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5" r:id="rId1"/>
  </p:sldMasterIdLst>
  <p:notesMasterIdLst>
    <p:notesMasterId r:id="rId43"/>
  </p:notesMasterIdLst>
  <p:sldIdLst>
    <p:sldId id="263" r:id="rId2"/>
    <p:sldId id="314" r:id="rId3"/>
    <p:sldId id="452" r:id="rId4"/>
    <p:sldId id="453" r:id="rId5"/>
    <p:sldId id="454" r:id="rId6"/>
    <p:sldId id="361" r:id="rId7"/>
    <p:sldId id="281" r:id="rId8"/>
    <p:sldId id="341" r:id="rId9"/>
    <p:sldId id="391" r:id="rId10"/>
    <p:sldId id="392" r:id="rId11"/>
    <p:sldId id="337" r:id="rId12"/>
    <p:sldId id="342" r:id="rId13"/>
    <p:sldId id="343" r:id="rId14"/>
    <p:sldId id="279" r:id="rId15"/>
    <p:sldId id="344" r:id="rId16"/>
    <p:sldId id="345" r:id="rId17"/>
    <p:sldId id="346" r:id="rId18"/>
    <p:sldId id="390" r:id="rId19"/>
    <p:sldId id="393" r:id="rId20"/>
    <p:sldId id="347" r:id="rId21"/>
    <p:sldId id="348" r:id="rId22"/>
    <p:sldId id="295" r:id="rId23"/>
    <p:sldId id="329" r:id="rId24"/>
    <p:sldId id="387" r:id="rId25"/>
    <p:sldId id="349" r:id="rId26"/>
    <p:sldId id="350" r:id="rId27"/>
    <p:sldId id="351" r:id="rId28"/>
    <p:sldId id="352" r:id="rId29"/>
    <p:sldId id="353" r:id="rId30"/>
    <p:sldId id="354" r:id="rId31"/>
    <p:sldId id="455" r:id="rId32"/>
    <p:sldId id="388" r:id="rId33"/>
    <p:sldId id="389" r:id="rId34"/>
    <p:sldId id="394" r:id="rId35"/>
    <p:sldId id="357" r:id="rId36"/>
    <p:sldId id="358" r:id="rId37"/>
    <p:sldId id="301" r:id="rId38"/>
    <p:sldId id="359" r:id="rId39"/>
    <p:sldId id="360" r:id="rId40"/>
    <p:sldId id="355" r:id="rId41"/>
    <p:sldId id="398" r:id="rId42"/>
  </p:sldIdLst>
  <p:sldSz cx="11520488" cy="6480175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E69D4-531B-456D-8F63-E5D298B3912F}" v="3" dt="2026-03-22T16:10:00.891"/>
    <p1510:client id="{F3640C19-C144-4E96-B097-83A14CBB66D8}" v="3" dt="2026-03-22T16:02:18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6" autoAdjust="0"/>
  </p:normalViewPr>
  <p:slideViewPr>
    <p:cSldViewPr snapToGrid="0" snapToObjects="1">
      <p:cViewPr varScale="1">
        <p:scale>
          <a:sx n="113" d="100"/>
          <a:sy n="113" d="100"/>
        </p:scale>
        <p:origin x="630" y="102"/>
      </p:cViewPr>
      <p:guideLst>
        <p:guide orient="horz" pos="2041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Cutshall" userId="57ea0039-4a6e-49fb-9a4c-475305caaddb" providerId="ADAL" clId="{4AB0031E-D93C-44E7-B053-8E95D5DF146A}"/>
    <pc:docChg chg="custSel addSld delSld modSld sldOrd modMainMaster">
      <pc:chgData name="Aaron Cutshall" userId="57ea0039-4a6e-49fb-9a4c-475305caaddb" providerId="ADAL" clId="{4AB0031E-D93C-44E7-B053-8E95D5DF146A}" dt="2026-03-22T16:13:56.959" v="96" actId="47"/>
      <pc:docMkLst>
        <pc:docMk/>
      </pc:docMkLst>
      <pc:sldChg chg="modSp mod">
        <pc:chgData name="Aaron Cutshall" userId="57ea0039-4a6e-49fb-9a4c-475305caaddb" providerId="ADAL" clId="{4AB0031E-D93C-44E7-B053-8E95D5DF146A}" dt="2026-03-22T16:09:03.103" v="56" actId="404"/>
        <pc:sldMkLst>
          <pc:docMk/>
          <pc:sldMk cId="3947886400" sldId="263"/>
        </pc:sldMkLst>
        <pc:spChg chg="mod">
          <ac:chgData name="Aaron Cutshall" userId="57ea0039-4a6e-49fb-9a4c-475305caaddb" providerId="ADAL" clId="{4AB0031E-D93C-44E7-B053-8E95D5DF146A}" dt="2026-03-22T16:09:03.103" v="56" actId="404"/>
          <ac:spMkLst>
            <pc:docMk/>
            <pc:sldMk cId="3947886400" sldId="263"/>
            <ac:spMk id="2" creationId="{00000000-0000-0000-0000-000000000000}"/>
          </ac:spMkLst>
        </pc:spChg>
        <pc:spChg chg="mod">
          <ac:chgData name="Aaron Cutshall" userId="57ea0039-4a6e-49fb-9a4c-475305caaddb" providerId="ADAL" clId="{4AB0031E-D93C-44E7-B053-8E95D5DF146A}" dt="2026-03-22T15:16:12.959" v="11" actId="113"/>
          <ac:spMkLst>
            <pc:docMk/>
            <pc:sldMk cId="3947886400" sldId="263"/>
            <ac:spMk id="3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20.785" v="70" actId="113"/>
        <pc:sldMkLst>
          <pc:docMk/>
          <pc:sldMk cId="1637120778" sldId="279"/>
        </pc:sldMkLst>
        <pc:spChg chg="mod">
          <ac:chgData name="Aaron Cutshall" userId="57ea0039-4a6e-49fb-9a4c-475305caaddb" providerId="ADAL" clId="{4AB0031E-D93C-44E7-B053-8E95D5DF146A}" dt="2026-03-22T16:11:20.785" v="70" actId="113"/>
          <ac:spMkLst>
            <pc:docMk/>
            <pc:sldMk cId="1637120778" sldId="279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39.262" v="63" actId="113"/>
        <pc:sldMkLst>
          <pc:docMk/>
          <pc:sldMk cId="777327014" sldId="281"/>
        </pc:sldMkLst>
        <pc:spChg chg="mod">
          <ac:chgData name="Aaron Cutshall" userId="57ea0039-4a6e-49fb-9a4c-475305caaddb" providerId="ADAL" clId="{4AB0031E-D93C-44E7-B053-8E95D5DF146A}" dt="2026-03-22T16:10:39.262" v="63" actId="113"/>
          <ac:spMkLst>
            <pc:docMk/>
            <pc:sldMk cId="777327014" sldId="281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09.442" v="78" actId="113"/>
        <pc:sldMkLst>
          <pc:docMk/>
          <pc:sldMk cId="3354461365" sldId="295"/>
        </pc:sldMkLst>
        <pc:spChg chg="mod">
          <ac:chgData name="Aaron Cutshall" userId="57ea0039-4a6e-49fb-9a4c-475305caaddb" providerId="ADAL" clId="{4AB0031E-D93C-44E7-B053-8E95D5DF146A}" dt="2026-03-22T16:12:09.442" v="78" actId="113"/>
          <ac:spMkLst>
            <pc:docMk/>
            <pc:sldMk cId="3354461365" sldId="295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37.177" v="93" actId="113"/>
        <pc:sldMkLst>
          <pc:docMk/>
          <pc:sldMk cId="411314624" sldId="301"/>
        </pc:sldMkLst>
        <pc:spChg chg="mod">
          <ac:chgData name="Aaron Cutshall" userId="57ea0039-4a6e-49fb-9a4c-475305caaddb" providerId="ADAL" clId="{4AB0031E-D93C-44E7-B053-8E95D5DF146A}" dt="2026-03-22T16:13:37.177" v="93" actId="113"/>
          <ac:spMkLst>
            <pc:docMk/>
            <pc:sldMk cId="411314624" sldId="301"/>
            <ac:spMk id="18" creationId="{00000000-0000-0000-0000-000000000000}"/>
          </ac:spMkLst>
        </pc:spChg>
      </pc:sldChg>
      <pc:sldChg chg="add">
        <pc:chgData name="Aaron Cutshall" userId="57ea0039-4a6e-49fb-9a4c-475305caaddb" providerId="ADAL" clId="{4AB0031E-D93C-44E7-B053-8E95D5DF146A}" dt="2026-03-22T16:09:24.320" v="57"/>
        <pc:sldMkLst>
          <pc:docMk/>
          <pc:sldMk cId="3942091849" sldId="314"/>
        </pc:sldMkLst>
      </pc:sldChg>
      <pc:sldChg chg="modSp del mod ord">
        <pc:chgData name="Aaron Cutshall" userId="57ea0039-4a6e-49fb-9a4c-475305caaddb" providerId="ADAL" clId="{4AB0031E-D93C-44E7-B053-8E95D5DF146A}" dt="2026-03-22T16:13:56.959" v="96" actId="47"/>
        <pc:sldMkLst>
          <pc:docMk/>
          <pc:sldMk cId="1589383828" sldId="315"/>
        </pc:sldMkLst>
        <pc:spChg chg="mod">
          <ac:chgData name="Aaron Cutshall" userId="57ea0039-4a6e-49fb-9a4c-475305caaddb" providerId="ADAL" clId="{4AB0031E-D93C-44E7-B053-8E95D5DF146A}" dt="2026-03-22T15:16:18.938" v="12" actId="113"/>
          <ac:spMkLst>
            <pc:docMk/>
            <pc:sldMk cId="1589383828" sldId="315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15.046" v="79" actId="113"/>
        <pc:sldMkLst>
          <pc:docMk/>
          <pc:sldMk cId="4126201015" sldId="329"/>
        </pc:sldMkLst>
        <pc:spChg chg="mod">
          <ac:chgData name="Aaron Cutshall" userId="57ea0039-4a6e-49fb-9a4c-475305caaddb" providerId="ADAL" clId="{4AB0031E-D93C-44E7-B053-8E95D5DF146A}" dt="2026-03-22T16:12:15.046" v="79" actId="113"/>
          <ac:spMkLst>
            <pc:docMk/>
            <pc:sldMk cId="4126201015" sldId="329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01.332" v="67" actId="113"/>
        <pc:sldMkLst>
          <pc:docMk/>
          <pc:sldMk cId="137203162" sldId="337"/>
        </pc:sldMkLst>
        <pc:spChg chg="mod">
          <ac:chgData name="Aaron Cutshall" userId="57ea0039-4a6e-49fb-9a4c-475305caaddb" providerId="ADAL" clId="{4AB0031E-D93C-44E7-B053-8E95D5DF146A}" dt="2026-03-22T16:11:01.332" v="67" actId="113"/>
          <ac:spMkLst>
            <pc:docMk/>
            <pc:sldMk cId="137203162" sldId="337"/>
            <ac:spMk id="18" creationId="{00000000-0000-0000-0000-000000000000}"/>
          </ac:spMkLst>
        </pc:spChg>
      </pc:sldChg>
      <pc:sldChg chg="modSp del mod">
        <pc:chgData name="Aaron Cutshall" userId="57ea0039-4a6e-49fb-9a4c-475305caaddb" providerId="ADAL" clId="{4AB0031E-D93C-44E7-B053-8E95D5DF146A}" dt="2026-03-22T16:13:56.959" v="96" actId="47"/>
        <pc:sldMkLst>
          <pc:docMk/>
          <pc:sldMk cId="3798305653" sldId="340"/>
        </pc:sldMkLst>
        <pc:spChg chg="mod">
          <ac:chgData name="Aaron Cutshall" userId="57ea0039-4a6e-49fb-9a4c-475305caaddb" providerId="ADAL" clId="{4AB0031E-D93C-44E7-B053-8E95D5DF146A}" dt="2026-03-22T15:16:23.904" v="13" actId="113"/>
          <ac:spMkLst>
            <pc:docMk/>
            <pc:sldMk cId="3798305653" sldId="340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44.995" v="64" actId="113"/>
        <pc:sldMkLst>
          <pc:docMk/>
          <pc:sldMk cId="1989792262" sldId="341"/>
        </pc:sldMkLst>
        <pc:spChg chg="mod">
          <ac:chgData name="Aaron Cutshall" userId="57ea0039-4a6e-49fb-9a4c-475305caaddb" providerId="ADAL" clId="{4AB0031E-D93C-44E7-B053-8E95D5DF146A}" dt="2026-03-22T16:10:44.995" v="64" actId="113"/>
          <ac:spMkLst>
            <pc:docMk/>
            <pc:sldMk cId="1989792262" sldId="341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06.356" v="68" actId="113"/>
        <pc:sldMkLst>
          <pc:docMk/>
          <pc:sldMk cId="1835497103" sldId="342"/>
        </pc:sldMkLst>
        <pc:spChg chg="mod">
          <ac:chgData name="Aaron Cutshall" userId="57ea0039-4a6e-49fb-9a4c-475305caaddb" providerId="ADAL" clId="{4AB0031E-D93C-44E7-B053-8E95D5DF146A}" dt="2026-03-22T16:11:06.356" v="68" actId="113"/>
          <ac:spMkLst>
            <pc:docMk/>
            <pc:sldMk cId="1835497103" sldId="342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15.951" v="69" actId="113"/>
        <pc:sldMkLst>
          <pc:docMk/>
          <pc:sldMk cId="1902971285" sldId="343"/>
        </pc:sldMkLst>
        <pc:spChg chg="mod">
          <ac:chgData name="Aaron Cutshall" userId="57ea0039-4a6e-49fb-9a4c-475305caaddb" providerId="ADAL" clId="{4AB0031E-D93C-44E7-B053-8E95D5DF146A}" dt="2026-03-22T16:11:15.951" v="69" actId="113"/>
          <ac:spMkLst>
            <pc:docMk/>
            <pc:sldMk cId="1902971285" sldId="343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28.177" v="71" actId="113"/>
        <pc:sldMkLst>
          <pc:docMk/>
          <pc:sldMk cId="3227892528" sldId="344"/>
        </pc:sldMkLst>
        <pc:spChg chg="mod">
          <ac:chgData name="Aaron Cutshall" userId="57ea0039-4a6e-49fb-9a4c-475305caaddb" providerId="ADAL" clId="{4AB0031E-D93C-44E7-B053-8E95D5DF146A}" dt="2026-03-22T16:11:28.177" v="71" actId="113"/>
          <ac:spMkLst>
            <pc:docMk/>
            <pc:sldMk cId="3227892528" sldId="344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34.053" v="72" actId="113"/>
        <pc:sldMkLst>
          <pc:docMk/>
          <pc:sldMk cId="102482610" sldId="345"/>
        </pc:sldMkLst>
        <pc:spChg chg="mod">
          <ac:chgData name="Aaron Cutshall" userId="57ea0039-4a6e-49fb-9a4c-475305caaddb" providerId="ADAL" clId="{4AB0031E-D93C-44E7-B053-8E95D5DF146A}" dt="2026-03-22T16:11:34.053" v="72" actId="113"/>
          <ac:spMkLst>
            <pc:docMk/>
            <pc:sldMk cId="102482610" sldId="345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41.413" v="73" actId="113"/>
        <pc:sldMkLst>
          <pc:docMk/>
          <pc:sldMk cId="4165612608" sldId="346"/>
        </pc:sldMkLst>
        <pc:spChg chg="mod">
          <ac:chgData name="Aaron Cutshall" userId="57ea0039-4a6e-49fb-9a4c-475305caaddb" providerId="ADAL" clId="{4AB0031E-D93C-44E7-B053-8E95D5DF146A}" dt="2026-03-22T16:11:41.413" v="73" actId="113"/>
          <ac:spMkLst>
            <pc:docMk/>
            <pc:sldMk cId="4165612608" sldId="346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58.286" v="76" actId="113"/>
        <pc:sldMkLst>
          <pc:docMk/>
          <pc:sldMk cId="1944561486" sldId="347"/>
        </pc:sldMkLst>
        <pc:spChg chg="mod">
          <ac:chgData name="Aaron Cutshall" userId="57ea0039-4a6e-49fb-9a4c-475305caaddb" providerId="ADAL" clId="{4AB0031E-D93C-44E7-B053-8E95D5DF146A}" dt="2026-03-22T16:11:58.286" v="76" actId="113"/>
          <ac:spMkLst>
            <pc:docMk/>
            <pc:sldMk cId="1944561486" sldId="347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04.506" v="77" actId="113"/>
        <pc:sldMkLst>
          <pc:docMk/>
          <pc:sldMk cId="4011235374" sldId="348"/>
        </pc:sldMkLst>
        <pc:spChg chg="mod">
          <ac:chgData name="Aaron Cutshall" userId="57ea0039-4a6e-49fb-9a4c-475305caaddb" providerId="ADAL" clId="{4AB0031E-D93C-44E7-B053-8E95D5DF146A}" dt="2026-03-22T16:12:04.506" v="77" actId="113"/>
          <ac:spMkLst>
            <pc:docMk/>
            <pc:sldMk cId="4011235374" sldId="348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27.924" v="81" actId="113"/>
        <pc:sldMkLst>
          <pc:docMk/>
          <pc:sldMk cId="3498368349" sldId="349"/>
        </pc:sldMkLst>
        <pc:spChg chg="mod">
          <ac:chgData name="Aaron Cutshall" userId="57ea0039-4a6e-49fb-9a4c-475305caaddb" providerId="ADAL" clId="{4AB0031E-D93C-44E7-B053-8E95D5DF146A}" dt="2026-03-22T16:12:27.924" v="81" actId="113"/>
          <ac:spMkLst>
            <pc:docMk/>
            <pc:sldMk cId="3498368349" sldId="349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33.093" v="82" actId="113"/>
        <pc:sldMkLst>
          <pc:docMk/>
          <pc:sldMk cId="1922332635" sldId="350"/>
        </pc:sldMkLst>
        <pc:spChg chg="mod">
          <ac:chgData name="Aaron Cutshall" userId="57ea0039-4a6e-49fb-9a4c-475305caaddb" providerId="ADAL" clId="{4AB0031E-D93C-44E7-B053-8E95D5DF146A}" dt="2026-03-22T16:12:33.093" v="82" actId="113"/>
          <ac:spMkLst>
            <pc:docMk/>
            <pc:sldMk cId="1922332635" sldId="350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39.125" v="83" actId="113"/>
        <pc:sldMkLst>
          <pc:docMk/>
          <pc:sldMk cId="2109038727" sldId="351"/>
        </pc:sldMkLst>
        <pc:spChg chg="mod">
          <ac:chgData name="Aaron Cutshall" userId="57ea0039-4a6e-49fb-9a4c-475305caaddb" providerId="ADAL" clId="{4AB0031E-D93C-44E7-B053-8E95D5DF146A}" dt="2026-03-22T16:12:39.125" v="83" actId="113"/>
          <ac:spMkLst>
            <pc:docMk/>
            <pc:sldMk cId="2109038727" sldId="351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47.655" v="84" actId="113"/>
        <pc:sldMkLst>
          <pc:docMk/>
          <pc:sldMk cId="3024335800" sldId="352"/>
        </pc:sldMkLst>
        <pc:spChg chg="mod">
          <ac:chgData name="Aaron Cutshall" userId="57ea0039-4a6e-49fb-9a4c-475305caaddb" providerId="ADAL" clId="{4AB0031E-D93C-44E7-B053-8E95D5DF146A}" dt="2026-03-22T16:12:47.655" v="84" actId="113"/>
          <ac:spMkLst>
            <pc:docMk/>
            <pc:sldMk cId="3024335800" sldId="352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52.788" v="85" actId="113"/>
        <pc:sldMkLst>
          <pc:docMk/>
          <pc:sldMk cId="538694973" sldId="353"/>
        </pc:sldMkLst>
        <pc:spChg chg="mod">
          <ac:chgData name="Aaron Cutshall" userId="57ea0039-4a6e-49fb-9a4c-475305caaddb" providerId="ADAL" clId="{4AB0031E-D93C-44E7-B053-8E95D5DF146A}" dt="2026-03-22T16:12:52.788" v="85" actId="113"/>
          <ac:spMkLst>
            <pc:docMk/>
            <pc:sldMk cId="538694973" sldId="353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57.720" v="86" actId="113"/>
        <pc:sldMkLst>
          <pc:docMk/>
          <pc:sldMk cId="1723129246" sldId="354"/>
        </pc:sldMkLst>
        <pc:spChg chg="mod">
          <ac:chgData name="Aaron Cutshall" userId="57ea0039-4a6e-49fb-9a4c-475305caaddb" providerId="ADAL" clId="{4AB0031E-D93C-44E7-B053-8E95D5DF146A}" dt="2026-03-22T16:12:57.720" v="86" actId="113"/>
          <ac:spMkLst>
            <pc:docMk/>
            <pc:sldMk cId="1723129246" sldId="354"/>
            <ac:spMk id="18" creationId="{00000000-0000-0000-0000-000000000000}"/>
          </ac:spMkLst>
        </pc:spChg>
      </pc:sldChg>
      <pc:sldChg chg="modSp mod">
        <pc:chgData name="Aaron Cutshall" userId="57ea0039-4a6e-49fb-9a4c-475305caaddb" providerId="ADAL" clId="{4AB0031E-D93C-44E7-B053-8E95D5DF146A}" dt="2026-03-22T16:06:12.915" v="51" actId="14100"/>
        <pc:sldMkLst>
          <pc:docMk/>
          <pc:sldMk cId="3198202466" sldId="355"/>
        </pc:sldMkLst>
        <pc:spChg chg="mod">
          <ac:chgData name="Aaron Cutshall" userId="57ea0039-4a6e-49fb-9a4c-475305caaddb" providerId="ADAL" clId="{4AB0031E-D93C-44E7-B053-8E95D5DF146A}" dt="2026-03-22T16:06:12.915" v="51" actId="14100"/>
          <ac:spMkLst>
            <pc:docMk/>
            <pc:sldMk cId="3198202466" sldId="355"/>
            <ac:spMk id="2" creationId="{AA06E9A9-036E-276B-848F-21E5B2A4037F}"/>
          </ac:spMkLst>
        </pc:spChg>
        <pc:spChg chg="mod">
          <ac:chgData name="Aaron Cutshall" userId="57ea0039-4a6e-49fb-9a4c-475305caaddb" providerId="ADAL" clId="{4AB0031E-D93C-44E7-B053-8E95D5DF146A}" dt="2026-03-22T15:16:35.834" v="15" actId="113"/>
          <ac:spMkLst>
            <pc:docMk/>
            <pc:sldMk cId="3198202466" sldId="355"/>
            <ac:spMk id="4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25.641" v="91" actId="113"/>
        <pc:sldMkLst>
          <pc:docMk/>
          <pc:sldMk cId="2320385101" sldId="357"/>
        </pc:sldMkLst>
        <pc:spChg chg="mod">
          <ac:chgData name="Aaron Cutshall" userId="57ea0039-4a6e-49fb-9a4c-475305caaddb" providerId="ADAL" clId="{4AB0031E-D93C-44E7-B053-8E95D5DF146A}" dt="2026-03-22T16:13:25.641" v="91" actId="113"/>
          <ac:spMkLst>
            <pc:docMk/>
            <pc:sldMk cId="2320385101" sldId="357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31.553" v="92" actId="113"/>
        <pc:sldMkLst>
          <pc:docMk/>
          <pc:sldMk cId="559188485" sldId="358"/>
        </pc:sldMkLst>
        <pc:spChg chg="mod">
          <ac:chgData name="Aaron Cutshall" userId="57ea0039-4a6e-49fb-9a4c-475305caaddb" providerId="ADAL" clId="{4AB0031E-D93C-44E7-B053-8E95D5DF146A}" dt="2026-03-22T16:13:31.553" v="92" actId="113"/>
          <ac:spMkLst>
            <pc:docMk/>
            <pc:sldMk cId="559188485" sldId="358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43.721" v="94" actId="113"/>
        <pc:sldMkLst>
          <pc:docMk/>
          <pc:sldMk cId="2087726943" sldId="359"/>
        </pc:sldMkLst>
        <pc:spChg chg="mod">
          <ac:chgData name="Aaron Cutshall" userId="57ea0039-4a6e-49fb-9a4c-475305caaddb" providerId="ADAL" clId="{4AB0031E-D93C-44E7-B053-8E95D5DF146A}" dt="2026-03-22T16:13:43.721" v="94" actId="113"/>
          <ac:spMkLst>
            <pc:docMk/>
            <pc:sldMk cId="2087726943" sldId="359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48.554" v="95" actId="113"/>
        <pc:sldMkLst>
          <pc:docMk/>
          <pc:sldMk cId="991105874" sldId="360"/>
        </pc:sldMkLst>
        <pc:spChg chg="mod">
          <ac:chgData name="Aaron Cutshall" userId="57ea0039-4a6e-49fb-9a4c-475305caaddb" providerId="ADAL" clId="{4AB0031E-D93C-44E7-B053-8E95D5DF146A}" dt="2026-03-22T16:13:48.554" v="95" actId="113"/>
          <ac:spMkLst>
            <pc:docMk/>
            <pc:sldMk cId="991105874" sldId="360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31.282" v="62" actId="113"/>
        <pc:sldMkLst>
          <pc:docMk/>
          <pc:sldMk cId="936272657" sldId="361"/>
        </pc:sldMkLst>
        <pc:spChg chg="mod">
          <ac:chgData name="Aaron Cutshall" userId="57ea0039-4a6e-49fb-9a4c-475305caaddb" providerId="ADAL" clId="{4AB0031E-D93C-44E7-B053-8E95D5DF146A}" dt="2026-03-22T16:10:31.282" v="62" actId="113"/>
          <ac:spMkLst>
            <pc:docMk/>
            <pc:sldMk cId="936272657" sldId="361"/>
            <ac:spMk id="18" creationId="{00000000-0000-0000-0000-000000000000}"/>
          </ac:spMkLst>
        </pc:spChg>
      </pc:sldChg>
      <pc:sldChg chg="modSp del mod">
        <pc:chgData name="Aaron Cutshall" userId="57ea0039-4a6e-49fb-9a4c-475305caaddb" providerId="ADAL" clId="{4AB0031E-D93C-44E7-B053-8E95D5DF146A}" dt="2026-03-22T16:13:56.959" v="96" actId="47"/>
        <pc:sldMkLst>
          <pc:docMk/>
          <pc:sldMk cId="3962050714" sldId="375"/>
        </pc:sldMkLst>
        <pc:spChg chg="mod">
          <ac:chgData name="Aaron Cutshall" userId="57ea0039-4a6e-49fb-9a4c-475305caaddb" providerId="ADAL" clId="{4AB0031E-D93C-44E7-B053-8E95D5DF146A}" dt="2026-03-22T15:16:30.351" v="14" actId="113"/>
          <ac:spMkLst>
            <pc:docMk/>
            <pc:sldMk cId="3962050714" sldId="375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2:20.885" v="80" actId="113"/>
        <pc:sldMkLst>
          <pc:docMk/>
          <pc:sldMk cId="3653881281" sldId="387"/>
        </pc:sldMkLst>
        <pc:spChg chg="mod">
          <ac:chgData name="Aaron Cutshall" userId="57ea0039-4a6e-49fb-9a4c-475305caaddb" providerId="ADAL" clId="{4AB0031E-D93C-44E7-B053-8E95D5DF146A}" dt="2026-03-22T16:12:20.885" v="80" actId="113"/>
          <ac:spMkLst>
            <pc:docMk/>
            <pc:sldMk cId="3653881281" sldId="387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09.606" v="88" actId="113"/>
        <pc:sldMkLst>
          <pc:docMk/>
          <pc:sldMk cId="4047097262" sldId="388"/>
        </pc:sldMkLst>
        <pc:spChg chg="mod">
          <ac:chgData name="Aaron Cutshall" userId="57ea0039-4a6e-49fb-9a4c-475305caaddb" providerId="ADAL" clId="{4AB0031E-D93C-44E7-B053-8E95D5DF146A}" dt="2026-03-22T16:13:09.606" v="88" actId="113"/>
          <ac:spMkLst>
            <pc:docMk/>
            <pc:sldMk cId="4047097262" sldId="388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16.056" v="89" actId="113"/>
        <pc:sldMkLst>
          <pc:docMk/>
          <pc:sldMk cId="3666939357" sldId="389"/>
        </pc:sldMkLst>
        <pc:spChg chg="mod">
          <ac:chgData name="Aaron Cutshall" userId="57ea0039-4a6e-49fb-9a4c-475305caaddb" providerId="ADAL" clId="{4AB0031E-D93C-44E7-B053-8E95D5DF146A}" dt="2026-03-22T16:13:16.056" v="89" actId="113"/>
          <ac:spMkLst>
            <pc:docMk/>
            <pc:sldMk cId="3666939357" sldId="389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47.453" v="74" actId="113"/>
        <pc:sldMkLst>
          <pc:docMk/>
          <pc:sldMk cId="2975670127" sldId="390"/>
        </pc:sldMkLst>
        <pc:spChg chg="mod">
          <ac:chgData name="Aaron Cutshall" userId="57ea0039-4a6e-49fb-9a4c-475305caaddb" providerId="ADAL" clId="{4AB0031E-D93C-44E7-B053-8E95D5DF146A}" dt="2026-03-22T16:11:47.453" v="74" actId="113"/>
          <ac:spMkLst>
            <pc:docMk/>
            <pc:sldMk cId="2975670127" sldId="390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50.380" v="65" actId="113"/>
        <pc:sldMkLst>
          <pc:docMk/>
          <pc:sldMk cId="4270477935" sldId="391"/>
        </pc:sldMkLst>
        <pc:spChg chg="mod">
          <ac:chgData name="Aaron Cutshall" userId="57ea0039-4a6e-49fb-9a4c-475305caaddb" providerId="ADAL" clId="{4AB0031E-D93C-44E7-B053-8E95D5DF146A}" dt="2026-03-22T16:10:50.380" v="65" actId="113"/>
          <ac:spMkLst>
            <pc:docMk/>
            <pc:sldMk cId="4270477935" sldId="391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56.390" v="66" actId="113"/>
        <pc:sldMkLst>
          <pc:docMk/>
          <pc:sldMk cId="4233030323" sldId="392"/>
        </pc:sldMkLst>
        <pc:spChg chg="mod">
          <ac:chgData name="Aaron Cutshall" userId="57ea0039-4a6e-49fb-9a4c-475305caaddb" providerId="ADAL" clId="{4AB0031E-D93C-44E7-B053-8E95D5DF146A}" dt="2026-03-22T16:10:56.390" v="66" actId="113"/>
          <ac:spMkLst>
            <pc:docMk/>
            <pc:sldMk cId="4233030323" sldId="392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1:52.608" v="75" actId="113"/>
        <pc:sldMkLst>
          <pc:docMk/>
          <pc:sldMk cId="1966347316" sldId="393"/>
        </pc:sldMkLst>
        <pc:spChg chg="mod">
          <ac:chgData name="Aaron Cutshall" userId="57ea0039-4a6e-49fb-9a4c-475305caaddb" providerId="ADAL" clId="{4AB0031E-D93C-44E7-B053-8E95D5DF146A}" dt="2026-03-22T16:11:52.608" v="75" actId="113"/>
          <ac:spMkLst>
            <pc:docMk/>
            <pc:sldMk cId="1966347316" sldId="393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20.571" v="90" actId="113"/>
        <pc:sldMkLst>
          <pc:docMk/>
          <pc:sldMk cId="50988828" sldId="394"/>
        </pc:sldMkLst>
        <pc:spChg chg="mod">
          <ac:chgData name="Aaron Cutshall" userId="57ea0039-4a6e-49fb-9a4c-475305caaddb" providerId="ADAL" clId="{4AB0031E-D93C-44E7-B053-8E95D5DF146A}" dt="2026-03-22T16:13:20.571" v="90" actId="113"/>
          <ac:spMkLst>
            <pc:docMk/>
            <pc:sldMk cId="50988828" sldId="394"/>
            <ac:spMk id="18" creationId="{00000000-0000-0000-0000-000000000000}"/>
          </ac:spMkLst>
        </pc:spChg>
      </pc:sldChg>
      <pc:sldChg chg="modSp mod">
        <pc:chgData name="Aaron Cutshall" userId="57ea0039-4a6e-49fb-9a4c-475305caaddb" providerId="ADAL" clId="{4AB0031E-D93C-44E7-B053-8E95D5DF146A}" dt="2026-03-22T16:06:06.599" v="50" actId="14100"/>
        <pc:sldMkLst>
          <pc:docMk/>
          <pc:sldMk cId="3867053894" sldId="398"/>
        </pc:sldMkLst>
        <pc:spChg chg="mod">
          <ac:chgData name="Aaron Cutshall" userId="57ea0039-4a6e-49fb-9a4c-475305caaddb" providerId="ADAL" clId="{4AB0031E-D93C-44E7-B053-8E95D5DF146A}" dt="2026-03-22T15:16:41.500" v="16" actId="113"/>
          <ac:spMkLst>
            <pc:docMk/>
            <pc:sldMk cId="3867053894" sldId="398"/>
            <ac:spMk id="4" creationId="{00000000-0000-0000-0000-000000000000}"/>
          </ac:spMkLst>
        </pc:spChg>
        <pc:spChg chg="mod">
          <ac:chgData name="Aaron Cutshall" userId="57ea0039-4a6e-49fb-9a4c-475305caaddb" providerId="ADAL" clId="{4AB0031E-D93C-44E7-B053-8E95D5DF146A}" dt="2026-03-22T16:06:06.599" v="50" actId="14100"/>
          <ac:spMkLst>
            <pc:docMk/>
            <pc:sldMk cId="3867053894" sldId="398"/>
            <ac:spMk id="5" creationId="{5F32150D-7D9A-CDEB-D294-169F04423752}"/>
          </ac:spMkLst>
        </pc:spChg>
        <pc:picChg chg="mod">
          <ac:chgData name="Aaron Cutshall" userId="57ea0039-4a6e-49fb-9a4c-475305caaddb" providerId="ADAL" clId="{4AB0031E-D93C-44E7-B053-8E95D5DF146A}" dt="2026-03-15T19:04:31.271" v="7" actId="1076"/>
          <ac:picMkLst>
            <pc:docMk/>
            <pc:sldMk cId="3867053894" sldId="398"/>
            <ac:picMk id="2" creationId="{86446F83-0FEF-CF32-F047-FA409A170517}"/>
          </ac:picMkLst>
        </pc:picChg>
        <pc:picChg chg="mod">
          <ac:chgData name="Aaron Cutshall" userId="57ea0039-4a6e-49fb-9a4c-475305caaddb" providerId="ADAL" clId="{4AB0031E-D93C-44E7-B053-8E95D5DF146A}" dt="2026-03-15T19:48:44.111" v="9" actId="14826"/>
          <ac:picMkLst>
            <pc:docMk/>
            <pc:sldMk cId="3867053894" sldId="398"/>
            <ac:picMk id="25" creationId="{00000000-0000-0000-0000-000000000000}"/>
          </ac:picMkLst>
        </pc:picChg>
      </pc:sldChg>
      <pc:sldChg chg="add del">
        <pc:chgData name="Aaron Cutshall" userId="57ea0039-4a6e-49fb-9a4c-475305caaddb" providerId="ADAL" clId="{4AB0031E-D93C-44E7-B053-8E95D5DF146A}" dt="2026-03-22T16:10:14.393" v="59" actId="2696"/>
        <pc:sldMkLst>
          <pc:docMk/>
          <pc:sldMk cId="1085310841" sldId="424"/>
        </pc:sldMkLst>
      </pc:sldChg>
      <pc:sldChg chg="modSp add mod">
        <pc:chgData name="Aaron Cutshall" userId="57ea0039-4a6e-49fb-9a4c-475305caaddb" providerId="ADAL" clId="{4AB0031E-D93C-44E7-B053-8E95D5DF146A}" dt="2026-03-22T16:06:30.393" v="52" actId="14100"/>
        <pc:sldMkLst>
          <pc:docMk/>
          <pc:sldMk cId="2604400332" sldId="452"/>
        </pc:sldMkLst>
        <pc:spChg chg="mod">
          <ac:chgData name="Aaron Cutshall" userId="57ea0039-4a6e-49fb-9a4c-475305caaddb" providerId="ADAL" clId="{4AB0031E-D93C-44E7-B053-8E95D5DF146A}" dt="2026-03-22T16:06:30.393" v="52" actId="14100"/>
          <ac:spMkLst>
            <pc:docMk/>
            <pc:sldMk cId="2604400332" sldId="452"/>
            <ac:spMk id="2" creationId="{7EAA4531-93E7-4149-DB17-FE7600E54F76}"/>
          </ac:spMkLst>
        </pc:spChg>
        <pc:spChg chg="mod">
          <ac:chgData name="Aaron Cutshall" userId="57ea0039-4a6e-49fb-9a4c-475305caaddb" providerId="ADAL" clId="{4AB0031E-D93C-44E7-B053-8E95D5DF146A}" dt="2026-03-22T15:59:38.335" v="17" actId="113"/>
          <ac:spMkLst>
            <pc:docMk/>
            <pc:sldMk cId="2604400332" sldId="452"/>
            <ac:spMk id="4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19.750" v="60" actId="113"/>
        <pc:sldMkLst>
          <pc:docMk/>
          <pc:sldMk cId="3462065919" sldId="453"/>
        </pc:sldMkLst>
        <pc:spChg chg="mod">
          <ac:chgData name="Aaron Cutshall" userId="57ea0039-4a6e-49fb-9a4c-475305caaddb" providerId="ADAL" clId="{4AB0031E-D93C-44E7-B053-8E95D5DF146A}" dt="2026-03-22T16:10:19.750" v="60" actId="113"/>
          <ac:spMkLst>
            <pc:docMk/>
            <pc:sldMk cId="3462065919" sldId="453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0:26.078" v="61" actId="113"/>
        <pc:sldMkLst>
          <pc:docMk/>
          <pc:sldMk cId="4231937860" sldId="454"/>
        </pc:sldMkLst>
        <pc:spChg chg="mod">
          <ac:chgData name="Aaron Cutshall" userId="57ea0039-4a6e-49fb-9a4c-475305caaddb" providerId="ADAL" clId="{4AB0031E-D93C-44E7-B053-8E95D5DF146A}" dt="2026-03-22T16:10:26.078" v="61" actId="113"/>
          <ac:spMkLst>
            <pc:docMk/>
            <pc:sldMk cId="4231937860" sldId="454"/>
            <ac:spMk id="18" creationId="{00000000-0000-0000-0000-000000000000}"/>
          </ac:spMkLst>
        </pc:spChg>
      </pc:sldChg>
      <pc:sldChg chg="modSp add mod">
        <pc:chgData name="Aaron Cutshall" userId="57ea0039-4a6e-49fb-9a4c-475305caaddb" providerId="ADAL" clId="{4AB0031E-D93C-44E7-B053-8E95D5DF146A}" dt="2026-03-22T16:13:03.248" v="87" actId="113"/>
        <pc:sldMkLst>
          <pc:docMk/>
          <pc:sldMk cId="1156178445" sldId="455"/>
        </pc:sldMkLst>
        <pc:spChg chg="mod">
          <ac:chgData name="Aaron Cutshall" userId="57ea0039-4a6e-49fb-9a4c-475305caaddb" providerId="ADAL" clId="{4AB0031E-D93C-44E7-B053-8E95D5DF146A}" dt="2026-03-22T16:13:03.248" v="87" actId="113"/>
          <ac:spMkLst>
            <pc:docMk/>
            <pc:sldMk cId="1156178445" sldId="455"/>
            <ac:spMk id="18" creationId="{00000000-0000-0000-0000-000000000000}"/>
          </ac:spMkLst>
        </pc:spChg>
      </pc:sldChg>
      <pc:sldMasterChg chg="addSp delSp modSp mod modSldLayout">
        <pc:chgData name="Aaron Cutshall" userId="57ea0039-4a6e-49fb-9a4c-475305caaddb" providerId="ADAL" clId="{4AB0031E-D93C-44E7-B053-8E95D5DF146A}" dt="2026-03-22T16:05:42.677" v="49" actId="14100"/>
        <pc:sldMasterMkLst>
          <pc:docMk/>
          <pc:sldMasterMk cId="370008036" sldId="2147483675"/>
        </pc:sldMasterMkLst>
        <pc:spChg chg="mod">
          <ac:chgData name="Aaron Cutshall" userId="57ea0039-4a6e-49fb-9a4c-475305caaddb" providerId="ADAL" clId="{4AB0031E-D93C-44E7-B053-8E95D5DF146A}" dt="2026-03-22T16:02:26.371" v="37" actId="14100"/>
          <ac:spMkLst>
            <pc:docMk/>
            <pc:sldMasterMk cId="370008036" sldId="2147483675"/>
            <ac:spMk id="2" creationId="{3CDFA1B7-90AD-4447-9D0A-65B1740F60F5}"/>
          </ac:spMkLst>
        </pc:spChg>
        <pc:spChg chg="mod">
          <ac:chgData name="Aaron Cutshall" userId="57ea0039-4a6e-49fb-9a4c-475305caaddb" providerId="ADAL" clId="{4AB0031E-D93C-44E7-B053-8E95D5DF146A}" dt="2026-03-22T16:02:44.443" v="42" actId="14100"/>
          <ac:spMkLst>
            <pc:docMk/>
            <pc:sldMasterMk cId="370008036" sldId="2147483675"/>
            <ac:spMk id="3" creationId="{5D175E69-B4EF-48F7-9A07-C94B36EACB1D}"/>
          </ac:spMkLst>
        </pc:spChg>
        <pc:spChg chg="del">
          <ac:chgData name="Aaron Cutshall" userId="57ea0039-4a6e-49fb-9a4c-475305caaddb" providerId="ADAL" clId="{4AB0031E-D93C-44E7-B053-8E95D5DF146A}" dt="2026-03-22T16:02:37.106" v="40" actId="478"/>
          <ac:spMkLst>
            <pc:docMk/>
            <pc:sldMasterMk cId="370008036" sldId="2147483675"/>
            <ac:spMk id="4" creationId="{55EB2333-5AE7-4969-814F-B16E8C7B37E2}"/>
          </ac:spMkLst>
        </pc:spChg>
        <pc:spChg chg="del">
          <ac:chgData name="Aaron Cutshall" userId="57ea0039-4a6e-49fb-9a4c-475305caaddb" providerId="ADAL" clId="{4AB0031E-D93C-44E7-B053-8E95D5DF146A}" dt="2026-03-22T16:02:39.343" v="41" actId="478"/>
          <ac:spMkLst>
            <pc:docMk/>
            <pc:sldMasterMk cId="370008036" sldId="2147483675"/>
            <ac:spMk id="6" creationId="{A8066437-DB45-41FB-B644-9A9D4C6F2B74}"/>
          </ac:spMkLst>
        </pc:spChg>
        <pc:cxnChg chg="add mod">
          <ac:chgData name="Aaron Cutshall" userId="57ea0039-4a6e-49fb-9a4c-475305caaddb" providerId="ADAL" clId="{4AB0031E-D93C-44E7-B053-8E95D5DF146A}" dt="2026-03-22T16:02:18.383" v="35"/>
          <ac:cxnSpMkLst>
            <pc:docMk/>
            <pc:sldMasterMk cId="370008036" sldId="2147483675"/>
            <ac:cxnSpMk id="8" creationId="{7BA0E245-042A-783D-AC52-6AB7C311D052}"/>
          </ac:cxnSpMkLst>
        </pc:cxnChg>
        <pc:sldLayoutChg chg="modSp mod">
          <pc:chgData name="Aaron Cutshall" userId="57ea0039-4a6e-49fb-9a4c-475305caaddb" providerId="ADAL" clId="{4AB0031E-D93C-44E7-B053-8E95D5DF146A}" dt="2026-03-22T16:03:22.774" v="43" actId="1076"/>
          <pc:sldLayoutMkLst>
            <pc:docMk/>
            <pc:sldMasterMk cId="370008036" sldId="2147483675"/>
            <pc:sldLayoutMk cId="3510596381" sldId="2147483651"/>
          </pc:sldLayoutMkLst>
          <pc:picChg chg="mod">
            <ac:chgData name="Aaron Cutshall" userId="57ea0039-4a6e-49fb-9a4c-475305caaddb" providerId="ADAL" clId="{4AB0031E-D93C-44E7-B053-8E95D5DF146A}" dt="2026-03-22T16:03:22.774" v="43" actId="1076"/>
            <ac:picMkLst>
              <pc:docMk/>
              <pc:sldMasterMk cId="370008036" sldId="2147483675"/>
              <pc:sldLayoutMk cId="3510596381" sldId="2147483651"/>
              <ac:picMk id="4" creationId="{B478380D-D919-413D-A1CF-750C1285803D}"/>
            </ac:picMkLst>
          </pc:picChg>
        </pc:sldLayoutChg>
        <pc:sldLayoutChg chg="addSp delSp modSp mod">
          <pc:chgData name="Aaron Cutshall" userId="57ea0039-4a6e-49fb-9a4c-475305caaddb" providerId="ADAL" clId="{4AB0031E-D93C-44E7-B053-8E95D5DF146A}" dt="2026-03-22T16:05:20.260" v="47" actId="14100"/>
          <pc:sldLayoutMkLst>
            <pc:docMk/>
            <pc:sldMasterMk cId="370008036" sldId="2147483675"/>
            <pc:sldLayoutMk cId="3360556844" sldId="2147483677"/>
          </pc:sldLayoutMkLst>
          <pc:spChg chg="mod">
            <ac:chgData name="Aaron Cutshall" userId="57ea0039-4a6e-49fb-9a4c-475305caaddb" providerId="ADAL" clId="{4AB0031E-D93C-44E7-B053-8E95D5DF146A}" dt="2026-03-22T16:01:45.423" v="29" actId="14100"/>
            <ac:spMkLst>
              <pc:docMk/>
              <pc:sldMasterMk cId="370008036" sldId="2147483675"/>
              <pc:sldLayoutMk cId="3360556844" sldId="2147483677"/>
              <ac:spMk id="2" creationId="{24338FAC-5B2A-4E13-B1BC-3B885212068C}"/>
            </ac:spMkLst>
          </pc:spChg>
          <pc:spChg chg="mod">
            <ac:chgData name="Aaron Cutshall" userId="57ea0039-4a6e-49fb-9a4c-475305caaddb" providerId="ADAL" clId="{4AB0031E-D93C-44E7-B053-8E95D5DF146A}" dt="2026-03-22T16:05:20.260" v="47" actId="14100"/>
            <ac:spMkLst>
              <pc:docMk/>
              <pc:sldMasterMk cId="370008036" sldId="2147483675"/>
              <pc:sldLayoutMk cId="3360556844" sldId="2147483677"/>
              <ac:spMk id="3" creationId="{42167B7C-F0F1-493F-A3AD-1E1B8C6B24E9}"/>
            </ac:spMkLst>
          </pc:spChg>
          <pc:spChg chg="del">
            <ac:chgData name="Aaron Cutshall" userId="57ea0039-4a6e-49fb-9a4c-475305caaddb" providerId="ADAL" clId="{4AB0031E-D93C-44E7-B053-8E95D5DF146A}" dt="2026-03-22T16:01:55.043" v="32" actId="478"/>
            <ac:spMkLst>
              <pc:docMk/>
              <pc:sldMasterMk cId="370008036" sldId="2147483675"/>
              <pc:sldLayoutMk cId="3360556844" sldId="2147483677"/>
              <ac:spMk id="4" creationId="{C0875712-418C-4AD0-8F3F-4DA11F68674B}"/>
            </ac:spMkLst>
          </pc:spChg>
          <pc:spChg chg="mod">
            <ac:chgData name="Aaron Cutshall" userId="57ea0039-4a6e-49fb-9a4c-475305caaddb" providerId="ADAL" clId="{4AB0031E-D93C-44E7-B053-8E95D5DF146A}" dt="2026-03-22T16:05:14.850" v="46" actId="14100"/>
            <ac:spMkLst>
              <pc:docMk/>
              <pc:sldMasterMk cId="370008036" sldId="2147483675"/>
              <pc:sldLayoutMk cId="3360556844" sldId="2147483677"/>
              <ac:spMk id="5" creationId="{A6D7C42F-C2CF-42E3-B104-64F266BF721C}"/>
            </ac:spMkLst>
          </pc:spChg>
          <pc:spChg chg="del">
            <ac:chgData name="Aaron Cutshall" userId="57ea0039-4a6e-49fb-9a4c-475305caaddb" providerId="ADAL" clId="{4AB0031E-D93C-44E7-B053-8E95D5DF146A}" dt="2026-03-22T16:01:57.282" v="33" actId="478"/>
            <ac:spMkLst>
              <pc:docMk/>
              <pc:sldMasterMk cId="370008036" sldId="2147483675"/>
              <pc:sldLayoutMk cId="3360556844" sldId="2147483677"/>
              <ac:spMk id="6" creationId="{C0380F9D-3D21-458A-AD5B-7D474C454BE4}"/>
            </ac:spMkLst>
          </pc:spChg>
          <pc:cxnChg chg="add mod">
            <ac:chgData name="Aaron Cutshall" userId="57ea0039-4a6e-49fb-9a4c-475305caaddb" providerId="ADAL" clId="{4AB0031E-D93C-44E7-B053-8E95D5DF146A}" dt="2026-03-22T16:01:38.673" v="27"/>
            <ac:cxnSpMkLst>
              <pc:docMk/>
              <pc:sldMasterMk cId="370008036" sldId="2147483675"/>
              <pc:sldLayoutMk cId="3360556844" sldId="2147483677"/>
              <ac:cxnSpMk id="7" creationId="{0963DED7-B304-9CAD-0CE8-4A71B40D0D53}"/>
            </ac:cxnSpMkLst>
          </pc:cxnChg>
        </pc:sldLayoutChg>
        <pc:sldLayoutChg chg="addSp modSp mod">
          <pc:chgData name="Aaron Cutshall" userId="57ea0039-4a6e-49fb-9a4c-475305caaddb" providerId="ADAL" clId="{4AB0031E-D93C-44E7-B053-8E95D5DF146A}" dt="2026-03-22T16:01:29.918" v="26" actId="14100"/>
          <pc:sldLayoutMkLst>
            <pc:docMk/>
            <pc:sldMasterMk cId="370008036" sldId="2147483675"/>
            <pc:sldLayoutMk cId="1326666201" sldId="2147483681"/>
          </pc:sldLayoutMkLst>
          <pc:spChg chg="mod">
            <ac:chgData name="Aaron Cutshall" userId="57ea0039-4a6e-49fb-9a4c-475305caaddb" providerId="ADAL" clId="{4AB0031E-D93C-44E7-B053-8E95D5DF146A}" dt="2026-03-22T16:01:29.918" v="26" actId="14100"/>
            <ac:spMkLst>
              <pc:docMk/>
              <pc:sldMasterMk cId="370008036" sldId="2147483675"/>
              <pc:sldLayoutMk cId="1326666201" sldId="2147483681"/>
              <ac:spMk id="2" creationId="{E655F497-F33A-4034-81B4-E4BD68CC50BF}"/>
            </ac:spMkLst>
          </pc:spChg>
          <pc:cxnChg chg="add mod">
            <ac:chgData name="Aaron Cutshall" userId="57ea0039-4a6e-49fb-9a4c-475305caaddb" providerId="ADAL" clId="{4AB0031E-D93C-44E7-B053-8E95D5DF146A}" dt="2026-03-22T16:01:23.031" v="24"/>
            <ac:cxnSpMkLst>
              <pc:docMk/>
              <pc:sldMasterMk cId="370008036" sldId="2147483675"/>
              <pc:sldLayoutMk cId="1326666201" sldId="2147483681"/>
              <ac:cxnSpMk id="6" creationId="{51882720-849D-B2B6-E8DE-9F9C2D6767DE}"/>
            </ac:cxnSpMkLst>
          </pc:cxnChg>
        </pc:sldLayoutChg>
        <pc:sldLayoutChg chg="delSp modSp mod">
          <pc:chgData name="Aaron Cutshall" userId="57ea0039-4a6e-49fb-9a4c-475305caaddb" providerId="ADAL" clId="{4AB0031E-D93C-44E7-B053-8E95D5DF146A}" dt="2026-03-22T16:05:42.677" v="49" actId="14100"/>
          <pc:sldLayoutMkLst>
            <pc:docMk/>
            <pc:sldMasterMk cId="370008036" sldId="2147483675"/>
            <pc:sldLayoutMk cId="2070292240" sldId="2147483687"/>
          </pc:sldLayoutMkLst>
          <pc:spChg chg="mod">
            <ac:chgData name="Aaron Cutshall" userId="57ea0039-4a6e-49fb-9a4c-475305caaddb" providerId="ADAL" clId="{4AB0031E-D93C-44E7-B053-8E95D5DF146A}" dt="2026-03-22T16:05:42.677" v="49" actId="14100"/>
            <ac:spMkLst>
              <pc:docMk/>
              <pc:sldMasterMk cId="370008036" sldId="2147483675"/>
              <pc:sldLayoutMk cId="2070292240" sldId="2147483687"/>
              <ac:spMk id="2" creationId="{00000000-0000-0000-0000-000000000000}"/>
            </ac:spMkLst>
          </pc:spChg>
          <pc:spChg chg="del">
            <ac:chgData name="Aaron Cutshall" userId="57ea0039-4a6e-49fb-9a4c-475305caaddb" providerId="ADAL" clId="{4AB0031E-D93C-44E7-B053-8E95D5DF146A}" dt="2026-03-22T16:00:44.834" v="23" actId="478"/>
            <ac:spMkLst>
              <pc:docMk/>
              <pc:sldMasterMk cId="370008036" sldId="2147483675"/>
              <pc:sldLayoutMk cId="2070292240" sldId="2147483687"/>
              <ac:spMk id="3" creationId="{F77C303B-4A1E-30C9-55DB-9923B6D9E94B}"/>
            </ac:spMkLst>
          </pc:spChg>
          <pc:spChg chg="mod">
            <ac:chgData name="Aaron Cutshall" userId="57ea0039-4a6e-49fb-9a4c-475305caaddb" providerId="ADAL" clId="{4AB0031E-D93C-44E7-B053-8E95D5DF146A}" dt="2026-03-22T16:05:37.464" v="48" actId="14100"/>
            <ac:spMkLst>
              <pc:docMk/>
              <pc:sldMasterMk cId="370008036" sldId="2147483675"/>
              <pc:sldLayoutMk cId="2070292240" sldId="2147483687"/>
              <ac:spMk id="5" creationId="{B34B3D78-36FA-1E25-9712-7FE8FC7FE782}"/>
            </ac:spMkLst>
          </pc:spChg>
          <pc:spChg chg="del">
            <ac:chgData name="Aaron Cutshall" userId="57ea0039-4a6e-49fb-9a4c-475305caaddb" providerId="ADAL" clId="{4AB0031E-D93C-44E7-B053-8E95D5DF146A}" dt="2026-03-22T16:00:40.456" v="22" actId="478"/>
            <ac:spMkLst>
              <pc:docMk/>
              <pc:sldMasterMk cId="370008036" sldId="2147483675"/>
              <pc:sldLayoutMk cId="2070292240" sldId="2147483687"/>
              <ac:spMk id="6" creationId="{4BFF6BBB-C56D-2558-D767-0ED96404A9D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ECD03D2-0DEB-4CB2-92CB-8591D0C9C17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455B352-3D04-4E96-8FB2-3EBBD48C1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9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78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5B352-3D04-4E96-8FB2-3EBBD48C1D8E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8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56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8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37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43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26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59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47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5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98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23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15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20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13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22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6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26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02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5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12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63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57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32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687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14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47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46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64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349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12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69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863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46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824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341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55B352-3D04-4E96-8FB2-3EBBD48C1D8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5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rv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7D4B-F826-4630-96E9-627035A42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11D3B-8883-4F97-ACA2-141E40DC8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D2C72-7B55-496A-A1CF-929D452A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D9CE-977F-4921-9049-B957E7C9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88445-F9A6-4F23-A90F-12F31C29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8FAC-5B2A-4E13-B1BC-3B885212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6" y="345010"/>
            <a:ext cx="10800912" cy="8080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67B7C-F0F1-493F-A3AD-1E1B8C6B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26" y="1227088"/>
            <a:ext cx="10800912" cy="48353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C42F-C2CF-42E3-B104-64F266BF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61" y="6135165"/>
            <a:ext cx="3888165" cy="217313"/>
          </a:xfrm>
        </p:spPr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63DED7-B304-9CAD-0CE8-4A71B40D0D53}"/>
              </a:ext>
            </a:extLst>
          </p:cNvPr>
          <p:cNvCxnSpPr/>
          <p:nvPr userDrawn="1"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5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1D78-AE66-4EB0-B773-E76FB2D2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68A74-C469-4AC2-8DF9-BE77DB397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B1EC1-F071-4DA4-BB2B-B0A7149B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8BC22-0FBB-4213-941F-71B881EF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C7CA6-4CC6-4414-93B5-1A1AA8CB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62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4B86-2FD1-4C29-8F74-8C31CB4D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DB97-F9A9-474B-BB10-54C694BBC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6093F-68FE-49C5-BD7E-669C77105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D9DCC-5FB9-4971-A781-0E9C0C84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43C04-A0CF-49D3-A2FB-D8042E5D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9D271-29BA-4191-934B-43623153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1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1C74-9066-4DF0-8317-C5673489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66398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0A343-8A18-4A62-9346-E26A7E79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533" y="111360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A65F7-55AC-4E29-B43E-CA70F8225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535" y="1996734"/>
            <a:ext cx="4873706" cy="3851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511B3-66DB-4D68-9CCF-FC076BD30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0747" y="1120530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A1B26-93BA-4AED-81D4-DA65441AB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247" y="1996734"/>
            <a:ext cx="4897708" cy="3851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B8FB2-A22D-4A66-A838-C0477EF1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838E9-F57F-4592-B0C1-0E355F6A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EEC7C-D571-4558-AAAD-9406E6EA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51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F497-F33A-4034-81B4-E4BD68CC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6" y="345010"/>
            <a:ext cx="10800912" cy="8080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33BC3-CFA0-47A2-A681-C690C84A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18C58-FA53-45AE-83D4-94D71847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BA6A7-60C2-42F7-831D-7C76F638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882720-849D-B2B6-E8DE-9F9C2D6767DE}"/>
              </a:ext>
            </a:extLst>
          </p:cNvPr>
          <p:cNvCxnSpPr/>
          <p:nvPr userDrawn="1"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66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A839E-0CA4-4060-86D8-DBB30B26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9F15F-FC8F-40CC-B8FD-B30B05FD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2FD54-01A8-4E30-B504-E06CAF8F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3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EFD5-223B-4D6B-9FCA-359B8ECA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7D8C4-3306-4EBE-954B-1883707C8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DB4E9-5EDC-4497-AD00-9015D3B06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BFDBE-2217-42F1-A98A-39E1184C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FAE43-A342-4B97-8801-1768230D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257F8-D8B2-458F-BE02-D41FF954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91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533C-2166-4330-B0FC-C7342824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45A3A-C194-4E89-A05D-C2DB49BFF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7BE26-0EFA-452C-AC21-F5597DB7B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864F0-F08F-4674-8FA9-6549734E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17763-42C0-44BA-ADD8-6E3913DA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7C04D-0C02-4F1D-A0D7-D91F5B10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65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7B8C-B150-43A1-8F3C-32C0157C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4CAFC-7BA3-4661-8A64-9C865E79F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F1E00-ECB1-4EDB-9F34-44A6A9D2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9DCC5-C236-4915-9DCA-B7D455B7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7085-9427-4FEF-92BC-BFEE08FF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E25DF-14E2-4EDF-8C4B-2A67CB885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B96AD-DD80-4049-8E80-9716F262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05F2B-3CBB-4219-AFA9-85C95080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5D8A3-5A49-4763-A857-D119B742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1ACEA-B288-41AF-8187-996F0432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93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352987-A6C6-4AB3-B772-385792178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36345" y="1440088"/>
            <a:ext cx="3022986" cy="2912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9907" y="1526796"/>
            <a:ext cx="7776438" cy="4592791"/>
          </a:xfrm>
        </p:spPr>
        <p:txBody>
          <a:bodyPr anchor="ctr">
            <a:noAutofit/>
          </a:bodyPr>
          <a:lstStyle>
            <a:lvl1pPr algn="l"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61157" y="360588"/>
            <a:ext cx="10799762" cy="1079500"/>
          </a:xfrm>
        </p:spPr>
        <p:txBody>
          <a:bodyPr anchor="t">
            <a:noAutofit/>
          </a:bodyPr>
          <a:lstStyle>
            <a:lvl1pPr algn="l">
              <a:buNone/>
              <a:defRPr lang="en-US" sz="4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B3D78-36FA-1E25-9712-7FE8FC7FE7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6162" y="6119587"/>
            <a:ext cx="3888165" cy="231585"/>
          </a:xfrm>
        </p:spPr>
        <p:txBody>
          <a:bodyPr/>
          <a:lstStyle/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8B1F4-20CE-BC5F-5BF0-C230E980440E}"/>
              </a:ext>
            </a:extLst>
          </p:cNvPr>
          <p:cNvSpPr txBox="1"/>
          <p:nvPr userDrawn="1"/>
        </p:nvSpPr>
        <p:spPr>
          <a:xfrm>
            <a:off x="8478159" y="4352745"/>
            <a:ext cx="233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https://www.sqlrv.com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292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64" y="360363"/>
            <a:ext cx="10799762" cy="5759449"/>
          </a:xfrm>
        </p:spPr>
        <p:txBody>
          <a:bodyPr anchor="ctr"/>
          <a:lstStyle>
            <a:lvl1pPr algn="r">
              <a:defRPr sz="6000" b="0" i="0" cap="none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8380D-D919-413D-A1CF-750C128580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0364" y="1120073"/>
            <a:ext cx="4204952" cy="486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96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125" y="360363"/>
            <a:ext cx="10800000" cy="5759450"/>
          </a:xfrm>
        </p:spPr>
        <p:txBody>
          <a:bodyPr/>
          <a:lstStyle>
            <a:lvl1pPr marL="0" indent="0">
              <a:buFont typeface="Wingdings" charset="2"/>
              <a:buNone/>
              <a:defRPr>
                <a:solidFill>
                  <a:schemeClr val="tx2"/>
                </a:solidFill>
              </a:defRPr>
            </a:lvl1pPr>
            <a:lvl2pPr marL="576027" indent="0">
              <a:buFont typeface="Wingdings" charset="2"/>
              <a:buNone/>
              <a:defRPr>
                <a:solidFill>
                  <a:srgbClr val="474947"/>
                </a:solidFill>
              </a:defRPr>
            </a:lvl2pPr>
            <a:lvl3pPr marL="1152053" indent="0">
              <a:buFont typeface="Wingdings" charset="2"/>
              <a:buNone/>
              <a:defRPr>
                <a:solidFill>
                  <a:srgbClr val="474947"/>
                </a:solidFill>
              </a:defRPr>
            </a:lvl3pPr>
            <a:lvl4pPr marL="1728079" indent="0">
              <a:buFont typeface="Wingdings" charset="2"/>
              <a:buNone/>
              <a:defRPr>
                <a:solidFill>
                  <a:srgbClr val="474947"/>
                </a:solidFill>
              </a:defRPr>
            </a:lvl4pPr>
            <a:lvl5pPr marL="2304105" indent="0">
              <a:buFont typeface="Wingdings" charset="2"/>
              <a:buNone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5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FA1B7-90AD-4447-9D0A-65B1740F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50" y="345010"/>
            <a:ext cx="10801588" cy="8080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75E69-B4EF-48F7-9A07-C94B36EAC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50" y="1227088"/>
            <a:ext cx="10801588" cy="4779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E86B1-74E3-4A74-8F73-E33F6B600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Copyright © 2026, SQLRV LLC, LLC - All Rights Reserved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8F0E5-F4CD-4CC1-932C-7D5D4A9A46BA}"/>
              </a:ext>
            </a:extLst>
          </p:cNvPr>
          <p:cNvSpPr txBox="1"/>
          <p:nvPr userDrawn="1"/>
        </p:nvSpPr>
        <p:spPr>
          <a:xfrm>
            <a:off x="1587525" y="1153073"/>
            <a:ext cx="184731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68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847A41-D51C-4D11-977C-5D6EBDB9756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964304" y="5836657"/>
            <a:ext cx="497892" cy="57617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A0E245-042A-783D-AC52-6AB7C311D052}"/>
              </a:ext>
            </a:extLst>
          </p:cNvPr>
          <p:cNvCxnSpPr/>
          <p:nvPr userDrawn="1"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0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51" r:id="rId13"/>
    <p:sldLayoutId id="2147483656" r:id="rId14"/>
  </p:sldLayoutIdLst>
  <p:hf sldNum="0" hdr="0" dt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matopia.files.wordpress.com/2016/08/jerry-seinfeld-fear-of-public-speaking-quote.jpg?w=660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wmf"/><Relationship Id="rId7" Type="http://schemas.openxmlformats.org/officeDocument/2006/relationships/image" Target="../media/image8.jpg"/><Relationship Id="rId12" Type="http://schemas.openxmlformats.org/officeDocument/2006/relationships/image" Target="../media/image12.png"/><Relationship Id="rId17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jp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uthorsroad.com/MarkTwain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ixminutes.dlugan.com/speech-topic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et.microsoft.com/en-us/sysinternals/zoomit.aspx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nlinemooring.com/portals/0/Images/om_requestdemo.p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-media-cache-ak0.pinimg.com/564x/40/ed/87/40ed874ba486482d78a4962ece82d59a.jp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rite-out-loud.com/images/xclick-puiblicspeakerinthespotlight-04.jpg.pagespeed.ic.yXbcZ5LUVO.jpg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sixminutes.dlugan.com/speech-topics/" TargetMode="External"/><Relationship Id="rId7" Type="http://schemas.openxmlformats.org/officeDocument/2006/relationships/hyperlink" Target="https://open.buffer.com/how-to-give-receive-feedback-work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nc.com/joel-comm/7-tips-for-overcoming-your-fear-of-public-speaking.html" TargetMode="External"/><Relationship Id="rId5" Type="http://schemas.openxmlformats.org/officeDocument/2006/relationships/hyperlink" Target="https://smile.amazon.com/Presentation-Zen-Design-Presentations-Communication/dp/0321934156/ref=pd_sbs_14_4?_encoding=UTF8&amp;psc=1&amp;refRID=M6QYP658M1NNSS4GAGFD" TargetMode="External"/><Relationship Id="rId4" Type="http://schemas.openxmlformats.org/officeDocument/2006/relationships/hyperlink" Target="https://www.ethos3.com/2015/12/the-complete-guide-to-creating-a-captivating-professional-presentation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the2womancrusade.com/2015/12/09/stand-out-2/" TargetMode="External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@sqlrv" TargetMode="External"/><Relationship Id="rId13" Type="http://schemas.openxmlformats.org/officeDocument/2006/relationships/image" Target="../media/image31.png"/><Relationship Id="rId3" Type="http://schemas.openxmlformats.org/officeDocument/2006/relationships/hyperlink" Target="https://www.red-gate.com/hub/books/" TargetMode="External"/><Relationship Id="rId7" Type="http://schemas.openxmlformats.org/officeDocument/2006/relationships/hyperlink" Target="http://www.sqlrv.com/" TargetMode="External"/><Relationship Id="rId12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hyperlink" Target="mailto:aaron@sqlrv.com" TargetMode="External"/><Relationship Id="rId11" Type="http://schemas.openxmlformats.org/officeDocument/2006/relationships/image" Target="../media/image29.png"/><Relationship Id="rId5" Type="http://schemas.openxmlformats.org/officeDocument/2006/relationships/hyperlink" Target="http://www.linkedin.com/in/sqlrv" TargetMode="External"/><Relationship Id="rId10" Type="http://schemas.openxmlformats.org/officeDocument/2006/relationships/image" Target="../media/image28.png"/><Relationship Id="rId4" Type="http://schemas.openxmlformats.org/officeDocument/2006/relationships/hyperlink" Target="https://www.freebookcentre.net/Database/dbCategory.html" TargetMode="Externa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948" y="1068572"/>
            <a:ext cx="7919694" cy="5051241"/>
          </a:xfrm>
        </p:spPr>
        <p:txBody>
          <a:bodyPr anchor="ctr"/>
          <a:lstStyle/>
          <a:p>
            <a:r>
              <a:rPr lang="en-US" sz="6600" dirty="0"/>
              <a:t>How to Give a Technical 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1157" y="360588"/>
            <a:ext cx="10799762" cy="633556"/>
          </a:xfrm>
        </p:spPr>
        <p:txBody>
          <a:bodyPr/>
          <a:lstStyle/>
          <a:p>
            <a:r>
              <a:rPr lang="en-US" sz="4800" dirty="0"/>
              <a:t>Aaron N. Cutshall, DHA, MSHI</a:t>
            </a:r>
          </a:p>
        </p:txBody>
      </p:sp>
    </p:spTree>
    <p:extLst>
      <p:ext uri="{BB962C8B-B14F-4D97-AF65-F5344CB8AC3E}">
        <p14:creationId xmlns:p14="http://schemas.microsoft.com/office/powerpoint/2010/main" val="394788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11" y="103122"/>
            <a:ext cx="9304885" cy="6197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2423" y="5710419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credit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4209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1038" y="345010"/>
            <a:ext cx="10861144" cy="808063"/>
          </a:xfrm>
        </p:spPr>
        <p:txBody>
          <a:bodyPr>
            <a:normAutofit/>
          </a:bodyPr>
          <a:lstStyle/>
          <a:p>
            <a:r>
              <a:rPr lang="en-US" sz="4400" dirty="0"/>
              <a:t>Just who is this guy?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61038" y="1080363"/>
            <a:ext cx="108611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00787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93714" y="2619952"/>
            <a:ext cx="1328468" cy="322238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-45611" y="2417095"/>
            <a:ext cx="2875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Principal Data Architect, Population Health</a:t>
            </a: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72" y="3405270"/>
            <a:ext cx="1081924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53533" y="4919002"/>
            <a:ext cx="1317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B.S.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4450" y="4919002"/>
            <a:ext cx="1562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M.S.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052" y="3533332"/>
            <a:ext cx="1258425" cy="1348313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260" y="3405270"/>
            <a:ext cx="1129667" cy="148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524160" y="4919002"/>
            <a:ext cx="1256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M.S.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Informatics</a:t>
            </a:r>
          </a:p>
        </p:txBody>
      </p:sp>
      <p:sp>
        <p:nvSpPr>
          <p:cNvPr id="15" name="24-Point Star 14"/>
          <p:cNvSpPr/>
          <p:nvPr/>
        </p:nvSpPr>
        <p:spPr>
          <a:xfrm>
            <a:off x="6975478" y="3278181"/>
            <a:ext cx="2834143" cy="2656644"/>
          </a:xfrm>
          <a:prstGeom prst="star2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Handwriting" panose="03010101010101010101" pitchFamily="66" charset="0"/>
                <a:ea typeface="+mn-ea"/>
                <a:cs typeface="+mn-cs"/>
              </a:rPr>
              <a:t>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Handwriting" panose="03010101010101010101" pitchFamily="66" charset="0"/>
                <a:ea typeface="+mn-ea"/>
                <a:cs typeface="+mn-cs"/>
              </a:rPr>
              <a:t>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7900" y="2395830"/>
            <a:ext cx="274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Speaker – various events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386230-5020-4F31-BC9E-B9E122821F9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04536" y="3489891"/>
            <a:ext cx="1377376" cy="13917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DD321D-6554-4C8C-A1D1-C63ECD628BD6}"/>
              </a:ext>
            </a:extLst>
          </p:cNvPr>
          <p:cNvSpPr txBox="1"/>
          <p:nvPr/>
        </p:nvSpPr>
        <p:spPr>
          <a:xfrm>
            <a:off x="5347744" y="4881645"/>
            <a:ext cx="1562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Doctor of Healthcare Administration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3A432E-DCD5-4D40-800F-EE965D6E8AC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2853" y="1306863"/>
            <a:ext cx="1087861" cy="10481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AA4531-93E7-4149-DB17-FE7600E5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62" y="6119331"/>
            <a:ext cx="3888165" cy="231841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4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© 2026, SQLRV LLC - All Rights Reserved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75099-183D-43EF-3757-C1172F365AE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49766" y="2034125"/>
            <a:ext cx="565805" cy="32533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4AC2D55-0BB3-5ADB-B31D-FFA1DB045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8481907" y="1419580"/>
            <a:ext cx="1755685" cy="3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Brand pgconforg">
            <a:extLst>
              <a:ext uri="{FF2B5EF4-FFF2-40B4-BE49-F238E27FC236}">
                <a16:creationId xmlns:a16="http://schemas.microsoft.com/office/drawing/2014/main" id="{24A3D281-2FE2-C06B-45ED-D8D1ADDA3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8885" y="1686536"/>
            <a:ext cx="890724" cy="89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ECD7BB77-5C36-2ADB-CFF0-9D8DDFF8EC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409" y="1972835"/>
            <a:ext cx="554025" cy="390487"/>
          </a:xfrm>
          <a:prstGeom prst="rect">
            <a:avLst/>
          </a:prstGeom>
        </p:spPr>
      </p:pic>
      <p:pic>
        <p:nvPicPr>
          <p:cNvPr id="27" name="Picture 26" descr="A blue and grey logo&#10;&#10;Description automatically generated">
            <a:extLst>
              <a:ext uri="{FF2B5EF4-FFF2-40B4-BE49-F238E27FC236}">
                <a16:creationId xmlns:a16="http://schemas.microsoft.com/office/drawing/2014/main" id="{C130986B-18D9-EFC5-EC86-CF4F9541D4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8019" y="1766223"/>
            <a:ext cx="741668" cy="741668"/>
          </a:xfrm>
          <a:prstGeom prst="rect">
            <a:avLst/>
          </a:prstGeom>
        </p:spPr>
      </p:pic>
      <p:pic>
        <p:nvPicPr>
          <p:cNvPr id="25" name="Picture 24" descr="A red and black logo&#10;&#10;Description automatically generated">
            <a:extLst>
              <a:ext uri="{FF2B5EF4-FFF2-40B4-BE49-F238E27FC236}">
                <a16:creationId xmlns:a16="http://schemas.microsoft.com/office/drawing/2014/main" id="{B098DCEE-09C0-6ED3-8A45-39280DB408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18304" y="1435221"/>
            <a:ext cx="741668" cy="3613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A73D17-F98A-EABF-603B-36C010A4AD4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423830" y="1161182"/>
            <a:ext cx="702595" cy="9344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8D8A788-7B09-2A8B-7DF6-C29BE8740807}"/>
              </a:ext>
            </a:extLst>
          </p:cNvPr>
          <p:cNvSpPr txBox="1"/>
          <p:nvPr/>
        </p:nvSpPr>
        <p:spPr>
          <a:xfrm>
            <a:off x="5242236" y="2412412"/>
            <a:ext cx="228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Ambassador Programs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7AE8AF-ECFA-369A-C218-6330BDBAA98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203690" y="1111226"/>
            <a:ext cx="1217402" cy="9844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BF771A-589D-9894-3F4D-D866B5A234F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2830129" y="1232334"/>
            <a:ext cx="1666875" cy="11655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D48EEE8-96C2-8524-1D6B-21CE75F99400}"/>
              </a:ext>
            </a:extLst>
          </p:cNvPr>
          <p:cNvSpPr txBox="1"/>
          <p:nvPr/>
        </p:nvSpPr>
        <p:spPr>
          <a:xfrm>
            <a:off x="2306725" y="2416572"/>
            <a:ext cx="266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Adjunct Instructor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9356A7A-4EDB-631F-74C6-7717E4417E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1795" y="1796546"/>
            <a:ext cx="625840" cy="69526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4B3BB93-F898-7721-9EB4-35403E7B477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28962" y="2119612"/>
            <a:ext cx="1097999" cy="2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0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4" grpId="0"/>
      <p:bldP spid="15" grpId="0" animBg="1"/>
      <p:bldP spid="17" grpId="0"/>
      <p:bldP spid="20" grpId="0"/>
      <p:bldP spid="30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Something to consider…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244548" y="4190093"/>
            <a:ext cx="10916490" cy="1859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“There are only two types of speakers in the world: the nervous and the liars.”</a:t>
            </a:r>
          </a:p>
          <a:p>
            <a:pPr marL="0" indent="0">
              <a:buNone/>
            </a:pPr>
            <a:r>
              <a:rPr lang="en-US" dirty="0"/>
              <a:t>-- Mark Twain (Samuel L. Clemens) 1835 - 1910</a:t>
            </a:r>
            <a:endParaRPr lang="en-US" b="1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86" y="1332593"/>
            <a:ext cx="2286000" cy="2857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8086" y="3974649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credit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6206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Me?  Speak??  Are you kidding??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Why should I speak?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of the best methods for personal growth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to build extra confidence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But I don’t have anything to tell!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You have something unique to teach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You will also learn during the process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Some great benefits: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Meet really interesting people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Learn more about your topic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Learn lots more about yourself!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It’s tons of fun!!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93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do we do this?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How to create a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Select a topic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an abstract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an outline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Gather materials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the presentation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How to give your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Prepare for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Overcome speaker anxiety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Give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Get and use feedback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Make it happen!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27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Select a Topic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Pick something useful that you can share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“I just learned something really cool!”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“I wish someone had taught me that a long time ago!”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Make sure it’s applicable to your audience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Personal experiences with the topic really help your audience relate to both you AND the topic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Don’t worry if it’s already been done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Your perspective is unique from other speakers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You will help someone who needed your viewpoint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Otherwise there would be a lot fewer presentations and speakers!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32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Select a Topic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Ask yourself these questions: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Do I have knowledge about this topic?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Am I passionate about this topic?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Does my audience care about this topic?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Establish goals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Want to teach a technique?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Will you solve a problem?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Plan to demonstrate a solution?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What are your objectives?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What do you expect from the audience?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http://sixminutes.dlugan.com/wp-content/uploads/2008/02/venn-select-speech-topic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094" y="2984482"/>
            <a:ext cx="2857500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930623" y="5376906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credit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979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an Abstract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/>
            <a:r>
              <a:rPr lang="en-US" sz="3600" dirty="0"/>
              <a:t>Business card of your presentation</a:t>
            </a:r>
          </a:p>
          <a:p>
            <a:pPr marL="571500" indent="-571500"/>
            <a:r>
              <a:rPr lang="en-US" sz="3600" dirty="0"/>
              <a:t>It needs to “sell” your presentation</a:t>
            </a:r>
          </a:p>
          <a:p>
            <a:pPr marL="1003508" lvl="1" indent="-571500"/>
            <a:r>
              <a:rPr lang="en-US" sz="3222" dirty="0"/>
              <a:t>Event organizers – which sessions to include</a:t>
            </a:r>
          </a:p>
          <a:p>
            <a:pPr marL="1003508" lvl="1" indent="-571500"/>
            <a:r>
              <a:rPr lang="en-US" sz="3222" dirty="0"/>
              <a:t>Event attendees – which sessions to attend</a:t>
            </a:r>
          </a:p>
          <a:p>
            <a:pPr marL="571500" indent="-571500"/>
            <a:r>
              <a:rPr lang="en-US" sz="3600" dirty="0"/>
              <a:t>An abstract MUST match the presentation</a:t>
            </a:r>
          </a:p>
          <a:p>
            <a:pPr marL="1003508" lvl="1" indent="-571500"/>
            <a:r>
              <a:rPr lang="en-US" sz="3222" dirty="0"/>
              <a:t>Faulty abstract results in unhappy attendees</a:t>
            </a:r>
          </a:p>
          <a:p>
            <a:pPr marL="1003508" lvl="1" indent="-571500"/>
            <a:r>
              <a:rPr lang="en-US" sz="3222" dirty="0"/>
              <a:t>If attendees are in the wrong session, it’s your fault</a:t>
            </a:r>
          </a:p>
          <a:p>
            <a:pPr marL="1003508" lvl="1" indent="-571500"/>
            <a:r>
              <a:rPr lang="en-US" sz="3222" dirty="0"/>
              <a:t>A clear, concise abstract improves selection and success!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47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an Abstract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/>
            <a:r>
              <a:rPr lang="en-US" sz="3200" dirty="0"/>
              <a:t>Title</a:t>
            </a:r>
          </a:p>
          <a:p>
            <a:pPr marL="1003508" lvl="1" indent="-571500"/>
            <a:r>
              <a:rPr lang="en-US" sz="2822" dirty="0"/>
              <a:t>Descriptive but brief (usually a character limit)</a:t>
            </a:r>
          </a:p>
          <a:p>
            <a:pPr marL="1003508" lvl="1" indent="-571500"/>
            <a:r>
              <a:rPr lang="en-US" sz="2822" dirty="0"/>
              <a:t>Catchy is OK, but not too obscure</a:t>
            </a:r>
          </a:p>
          <a:p>
            <a:pPr marL="1003508" lvl="1" indent="-571500"/>
            <a:r>
              <a:rPr lang="en-US" sz="2822" dirty="0"/>
              <a:t>Often, quick decisions are made based on the title only</a:t>
            </a:r>
          </a:p>
          <a:p>
            <a:pPr marL="571500" indent="-571500"/>
            <a:r>
              <a:rPr lang="en-US" sz="3200" dirty="0"/>
              <a:t>Description</a:t>
            </a:r>
          </a:p>
          <a:p>
            <a:pPr marL="1003508" lvl="1" indent="-571500"/>
            <a:r>
              <a:rPr lang="en-US" sz="2822" dirty="0"/>
              <a:t>Descriptive but brief (usually a word limit – 250 words or so)</a:t>
            </a:r>
          </a:p>
          <a:p>
            <a:pPr marL="1003508" lvl="1" indent="-571500"/>
            <a:r>
              <a:rPr lang="en-US" sz="2822" dirty="0"/>
              <a:t>Describe the issue your presentation addresses</a:t>
            </a:r>
          </a:p>
          <a:p>
            <a:pPr marL="1003508" lvl="1" indent="-571500"/>
            <a:r>
              <a:rPr lang="en-US" sz="2822" dirty="0"/>
              <a:t>Identify how the issue impacts an attendee</a:t>
            </a:r>
          </a:p>
          <a:p>
            <a:pPr marL="1003508" lvl="1" indent="-571500"/>
            <a:r>
              <a:rPr lang="en-US" sz="2822" dirty="0"/>
              <a:t>Include 2-3 key learning points for attendees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03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an Outline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An outline is your plan for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ensures a logical progression from topic to topic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keeps you focused on your goal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helps the audience to know what to expect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 presentation with out a plan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Looses focus of the audience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Looses focus of the speaker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Wastes everyone’s time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An outline ensures your presentation will: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Cover all the points needed and only what’s needed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Keep your audience engaged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Fulfill the goal of teaching your audience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an Outline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  <a:buFont typeface="+mj-lt"/>
              <a:buAutoNum type="romanUcPeriod"/>
            </a:pPr>
            <a:r>
              <a:rPr lang="en-US" dirty="0"/>
              <a:t>Introduction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dirty="0"/>
              <a:t>Opening Remarks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dirty="0"/>
              <a:t>Purpose Summary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dirty="0"/>
              <a:t>Preview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Topic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Topic 2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Topic 3</a:t>
            </a:r>
          </a:p>
          <a:p>
            <a:pPr marL="571500" indent="-571500">
              <a:lnSpc>
                <a:spcPct val="90000"/>
              </a:lnSpc>
              <a:buFont typeface="+mj-lt"/>
              <a:buAutoNum type="romanUcPeriod"/>
            </a:pPr>
            <a:r>
              <a:rPr lang="en-US" dirty="0"/>
              <a:t>Body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dirty="0"/>
              <a:t>Topic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Point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Point 2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dirty="0"/>
              <a:t>Topic 2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Point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Point 2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ular Callout 4"/>
          <p:cNvSpPr/>
          <p:nvPr/>
        </p:nvSpPr>
        <p:spPr>
          <a:xfrm>
            <a:off x="4992913" y="1321338"/>
            <a:ext cx="1291771" cy="686933"/>
          </a:xfrm>
          <a:prstGeom prst="wedgeRoundRectCallout">
            <a:avLst>
              <a:gd name="adj1" fmla="val -160384"/>
              <a:gd name="adj2" fmla="val 24469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Ice breaker and speaker introduction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4992910" y="2146103"/>
            <a:ext cx="1291771" cy="686933"/>
          </a:xfrm>
          <a:prstGeom prst="wedgeRoundRectCallout">
            <a:avLst>
              <a:gd name="adj1" fmla="val -158924"/>
              <a:gd name="adj2" fmla="val -36806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primary reason for the presentation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3667991" y="2897538"/>
            <a:ext cx="1600200" cy="686933"/>
          </a:xfrm>
          <a:prstGeom prst="wedgeRoundRectCallout">
            <a:avLst>
              <a:gd name="adj1" fmla="val -126375"/>
              <a:gd name="adj2" fmla="val -91242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Give a preview of your main topics as an agenda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3253165" y="4299516"/>
            <a:ext cx="1291771" cy="686933"/>
          </a:xfrm>
          <a:prstGeom prst="wedgeRoundRectCallout">
            <a:avLst>
              <a:gd name="adj1" fmla="val -99038"/>
              <a:gd name="adj2" fmla="val -36397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into more detail for each topic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3253165" y="5217823"/>
            <a:ext cx="1505871" cy="929622"/>
          </a:xfrm>
          <a:prstGeom prst="wedgeRoundRectCallout">
            <a:avLst>
              <a:gd name="adj1" fmla="val -85135"/>
              <a:gd name="adj2" fmla="val -31264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Each topic should have at least two or more items as further detail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2737162" y="3737201"/>
            <a:ext cx="1616629" cy="431574"/>
          </a:xfrm>
          <a:prstGeom prst="wedgeRoundRectCallout">
            <a:avLst>
              <a:gd name="adj1" fmla="val -89373"/>
              <a:gd name="adj2" fmla="val -23072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Here is the “meat” of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354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an Outline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971550" lvl="1" indent="-571500">
              <a:lnSpc>
                <a:spcPct val="90000"/>
              </a:lnSpc>
              <a:buFont typeface="+mj-lt"/>
              <a:buAutoNum type="alphaUcPeriod" startAt="3"/>
            </a:pPr>
            <a:r>
              <a:rPr lang="en-US" sz="2800" dirty="0"/>
              <a:t>Topic 3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Point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Point 2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Point 3</a:t>
            </a:r>
          </a:p>
          <a:p>
            <a:pPr marL="571500" indent="-571500">
              <a:lnSpc>
                <a:spcPct val="90000"/>
              </a:lnSpc>
              <a:buFont typeface="+mj-lt"/>
              <a:buAutoNum type="romanUcPeriod" startAt="3"/>
            </a:pPr>
            <a:r>
              <a:rPr lang="en-US" sz="3200" dirty="0"/>
              <a:t>Conclusion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sz="2800" dirty="0"/>
              <a:t>Review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Topic 1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Topic 2</a:t>
            </a:r>
          </a:p>
          <a:p>
            <a:pPr marL="1371600" lvl="2" indent="-571500">
              <a:lnSpc>
                <a:spcPct val="90000"/>
              </a:lnSpc>
              <a:buFont typeface="+mj-lt"/>
              <a:buAutoNum type="arabicPeriod"/>
            </a:pPr>
            <a:r>
              <a:rPr lang="en-US" sz="2000" dirty="0"/>
              <a:t>Topic 3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sz="2800" dirty="0"/>
              <a:t>Purpose Fulfilled</a:t>
            </a:r>
          </a:p>
          <a:p>
            <a:pPr marL="971550" lvl="1" indent="-571500">
              <a:lnSpc>
                <a:spcPct val="90000"/>
              </a:lnSpc>
              <a:buFont typeface="+mj-lt"/>
              <a:buAutoNum type="alphaUcPeriod"/>
            </a:pPr>
            <a:r>
              <a:rPr lang="en-US" sz="2800" dirty="0"/>
              <a:t>Closing Remarks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3448906" y="1262099"/>
            <a:ext cx="1828800" cy="1011179"/>
          </a:xfrm>
          <a:prstGeom prst="wedgeRoundRectCallout">
            <a:avLst>
              <a:gd name="adj1" fmla="val -99408"/>
              <a:gd name="adj2" fmla="val -41626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items should be comprehensive enough to cover the material without getting too detailed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3280229" y="3165337"/>
            <a:ext cx="1520371" cy="686933"/>
          </a:xfrm>
          <a:prstGeom prst="wedgeRoundRectCallout">
            <a:avLst>
              <a:gd name="adj1" fmla="val -96867"/>
              <a:gd name="adj2" fmla="val -22783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Review what you covered and include highlights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4717473" y="4269004"/>
            <a:ext cx="1704109" cy="858159"/>
          </a:xfrm>
          <a:prstGeom prst="wedgeRoundRectCallout">
            <a:avLst>
              <a:gd name="adj1" fmla="val -91668"/>
              <a:gd name="adj2" fmla="val 17951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Show how you fulfilled your primary purpose and make a call to action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4717473" y="5249918"/>
            <a:ext cx="1642919" cy="686933"/>
          </a:xfrm>
          <a:prstGeom prst="wedgeRoundRectCallout">
            <a:avLst>
              <a:gd name="adj1" fmla="val -93168"/>
              <a:gd name="adj2" fmla="val -33012"/>
              <a:gd name="adj3" fmla="val 16667"/>
            </a:avLst>
          </a:prstGeom>
          <a:gradFill>
            <a:gsLst>
              <a:gs pos="100000">
                <a:schemeClr val="accent1">
                  <a:lumMod val="75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Tie everything together from beginning to end</a:t>
            </a:r>
          </a:p>
        </p:txBody>
      </p:sp>
    </p:spTree>
    <p:extLst>
      <p:ext uri="{BB962C8B-B14F-4D97-AF65-F5344CB8AC3E}">
        <p14:creationId xmlns:p14="http://schemas.microsoft.com/office/powerpoint/2010/main" val="190297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Gather Materials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Select material that supports your outline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Draw upon your own knowledge &amp; experiences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Research for gaps or missing information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Make use of reputable sources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Industry vendors and renowned industry leaders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Published works (books, magazines, etc.)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Be wary of blogs and Wikipedia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Give credit by providing source references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Quotes, paraphrases, or major contributions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Photos, images, graphics, charts, etc.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12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Abstract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Used as your “sales pitch” for your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Introduces your topic and why it’s important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Identifies the goals and what the audience should get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Title Page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Establish the purpose of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Title should be short, sweet, and to the point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Sometimes catchy titles can be helpful if not obscure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Biography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Establish your credentials (experience, training, etc.)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 not include personal information (vacation, kids, pets, religion, politics, etc.)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89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Purpose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presentation goals (“What’s in it for me?”)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Helps to set appropriate audience expectations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Major Topics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Further refine each topic into further detail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Include supporting material as needed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Midpoint Review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Serves as a logical break when using lots of material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Used as a transition from between main portions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Closing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Review major topics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Include important take-aways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Provide references for further study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Present your call to action</a:t>
            </a:r>
          </a:p>
          <a:p>
            <a:pPr marL="1465236" lvl="2" indent="-457200"/>
            <a:r>
              <a:rPr lang="en-US" sz="2800" dirty="0"/>
              <a:t>Without this, nothing will happen</a:t>
            </a:r>
          </a:p>
          <a:p>
            <a:pPr marL="1465236" lvl="2" indent="-457200"/>
            <a:r>
              <a:rPr lang="en-US" sz="2800" dirty="0"/>
              <a:t>Remember: This is the whole purpose of your presentation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Questions slide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Give opportunity to ask additional questions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Provide complete contact info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61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Use simple designs</a:t>
            </a:r>
          </a:p>
          <a:p>
            <a:pPr marL="1003508" lvl="1" indent="-571500"/>
            <a:r>
              <a:rPr lang="en-US" sz="3222" dirty="0"/>
              <a:t>High contrast</a:t>
            </a:r>
          </a:p>
          <a:p>
            <a:pPr marL="1003508" lvl="1" indent="-571500"/>
            <a:r>
              <a:rPr lang="en-US" sz="3222" dirty="0"/>
              <a:t>Easy to read fonts</a:t>
            </a:r>
          </a:p>
          <a:p>
            <a:pPr marL="1003508" lvl="1" indent="-571500"/>
            <a:r>
              <a:rPr lang="en-US" sz="3222" dirty="0"/>
              <a:t>Minimal animation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Consistency is paramount</a:t>
            </a:r>
          </a:p>
          <a:p>
            <a:pPr marL="1033227" lvl="1" indent="-457200"/>
            <a:r>
              <a:rPr lang="en-US" sz="3200" dirty="0"/>
              <a:t>Slide style, transitions, fonts, animation, etc.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Delivery method and flow of slides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Sets audience expectations</a:t>
            </a:r>
          </a:p>
          <a:p>
            <a:pPr marL="1033227" lvl="1" indent="-457200"/>
            <a:r>
              <a:rPr lang="en-US" sz="3200" dirty="0"/>
              <a:t>Your message is the star, not your PowerPoint skills!</a:t>
            </a:r>
          </a:p>
          <a:p>
            <a:pPr marL="1033227" lvl="1" indent="-457200"/>
            <a:endParaRPr lang="en-US" sz="2400" dirty="0"/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67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Create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Some caution is warranted</a:t>
            </a:r>
          </a:p>
          <a:p>
            <a:pPr marL="1033227" lvl="1" indent="-457200"/>
            <a:r>
              <a:rPr lang="en-US" sz="3200" dirty="0"/>
              <a:t>Avoid flashy or overly dramatic animation</a:t>
            </a:r>
          </a:p>
          <a:p>
            <a:pPr marL="1033227" lvl="1" indent="-457200"/>
            <a:r>
              <a:rPr lang="en-US" sz="3200" dirty="0"/>
              <a:t>Too much flash will reduce the impact of your message</a:t>
            </a:r>
          </a:p>
          <a:p>
            <a:pPr marL="1033227" lvl="1" indent="-457200"/>
            <a:r>
              <a:rPr lang="en-US" sz="3200" dirty="0"/>
              <a:t>Be mindful of using too many colors</a:t>
            </a:r>
          </a:p>
          <a:p>
            <a:pPr marL="1465236" lvl="2" indent="-457200"/>
            <a:r>
              <a:rPr lang="en-US" sz="2822" dirty="0"/>
              <a:t>Lots of bright colors can be distracting</a:t>
            </a:r>
          </a:p>
          <a:p>
            <a:pPr marL="1465236" lvl="2" indent="-457200"/>
            <a:r>
              <a:rPr lang="en-US" sz="2822" dirty="0"/>
              <a:t>Be considerate of those who may be color blind</a:t>
            </a:r>
          </a:p>
          <a:p>
            <a:pPr marL="1465236" lvl="2" indent="-457200"/>
            <a:r>
              <a:rPr lang="en-US" sz="2822" dirty="0"/>
              <a:t>If colors are needed (ex. bar or pie charts)</a:t>
            </a:r>
          </a:p>
          <a:p>
            <a:pPr marL="1897244" lvl="3" indent="-457200"/>
            <a:r>
              <a:rPr lang="en-US" sz="2633" dirty="0"/>
              <a:t>Keep them simple with stark contrast</a:t>
            </a:r>
          </a:p>
          <a:p>
            <a:pPr marL="1897244" lvl="3" indent="-457200"/>
            <a:r>
              <a:rPr lang="en-US" sz="2633" dirty="0"/>
              <a:t>Label them appropriately</a:t>
            </a:r>
          </a:p>
          <a:p>
            <a:pPr marL="1033227" lvl="1" indent="-457200"/>
            <a:r>
              <a:rPr lang="en-US" sz="3200" dirty="0"/>
              <a:t>Simple and effective is more important</a:t>
            </a:r>
          </a:p>
          <a:p>
            <a:pPr marL="1033227" lvl="1" indent="-457200"/>
            <a:endParaRPr lang="en-US" sz="2400" dirty="0"/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34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Demonstrations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10000"/>
          </a:bodyPr>
          <a:lstStyle/>
          <a:p>
            <a:pPr marL="601219" indent="-457200"/>
            <a:r>
              <a:rPr lang="en-US" sz="3178" dirty="0"/>
              <a:t>If critical to your presentation, have backup screenshots if needed</a:t>
            </a:r>
          </a:p>
          <a:p>
            <a:pPr marL="601219" indent="-457200"/>
            <a:r>
              <a:rPr lang="en-US" sz="3178" dirty="0"/>
              <a:t>Use test data readily accessible to anyone (ex. </a:t>
            </a:r>
            <a:r>
              <a:rPr lang="en-US" sz="3178" dirty="0" err="1"/>
              <a:t>AdventureWorks</a:t>
            </a:r>
            <a:r>
              <a:rPr lang="en-US" sz="3178" dirty="0"/>
              <a:t>)</a:t>
            </a:r>
          </a:p>
          <a:p>
            <a:pPr marL="601219" indent="-457200"/>
            <a:r>
              <a:rPr lang="en-US" sz="3178" b="1" i="1" u="sng" dirty="0"/>
              <a:t>NEVER</a:t>
            </a:r>
            <a:r>
              <a:rPr lang="en-US" sz="3178" dirty="0"/>
              <a:t> use real data or work environments</a:t>
            </a:r>
          </a:p>
          <a:p>
            <a:pPr marL="601219" indent="-457200"/>
            <a:r>
              <a:rPr lang="en-US" sz="3178" dirty="0"/>
              <a:t>Script wherever possible – typing in demos increases the chance of something going wrong</a:t>
            </a:r>
          </a:p>
          <a:p>
            <a:pPr marL="601219" indent="-457200"/>
            <a:r>
              <a:rPr lang="en-US" sz="3178" dirty="0"/>
              <a:t>Consider using a VM, if possible, for an easy restart</a:t>
            </a:r>
          </a:p>
          <a:p>
            <a:pPr marL="601219" indent="-457200"/>
            <a:r>
              <a:rPr lang="en-US" sz="3178" dirty="0"/>
              <a:t>Use a special Demo slide</a:t>
            </a:r>
          </a:p>
          <a:p>
            <a:pPr marL="601219" indent="-457200"/>
            <a:r>
              <a:rPr lang="en-US" sz="3178" dirty="0"/>
              <a:t>Improve font visibility</a:t>
            </a:r>
          </a:p>
          <a:p>
            <a:pPr marL="1062944" lvl="1" indent="-342900"/>
            <a:r>
              <a:rPr lang="en-US" sz="2778" dirty="0"/>
              <a:t>Use a larger size (14+ point)</a:t>
            </a:r>
          </a:p>
          <a:p>
            <a:pPr marL="1062944" lvl="1" indent="-342900"/>
            <a:r>
              <a:rPr lang="en-US" sz="2778" dirty="0"/>
              <a:t>High contrast (dark color on light background)</a:t>
            </a:r>
          </a:p>
          <a:p>
            <a:pPr marL="601219" indent="-457200"/>
            <a:r>
              <a:rPr lang="en-US" sz="3178" dirty="0"/>
              <a:t>Get and use </a:t>
            </a:r>
            <a:r>
              <a:rPr lang="en-US" sz="3178" dirty="0" err="1">
                <a:hlinkClick r:id="rId3"/>
              </a:rPr>
              <a:t>ZoomIt</a:t>
            </a:r>
            <a:r>
              <a:rPr lang="en-US" sz="3178" dirty="0"/>
              <a:t>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56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ZoomIt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25366" y="5693227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credit</a:t>
            </a:r>
            <a:endParaRPr lang="en-US" sz="800" dirty="0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394" y="1480456"/>
            <a:ext cx="4212771" cy="421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235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Mid-Point Review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Here’s what we covered so far: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Selecting a topic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Creating the outline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Gathering materials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Creating the presentation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Coming up next: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Preparing for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Overcoming speaker anxiety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Giving the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Getting and using feedback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46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Prepare for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Practice, Practice, Practice!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Really practice out loud, standing in front of a mirror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Be mindful of timing and how long each portion is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Try it with an audience and record a video if possible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If you have demos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Practice many times from beginning to end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Have backup screenshots just in case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Remember Murphy’s Law: If anything can possibly go wrong, it will, and at the most inopportune time!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20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Prepare for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Be prepared – things WILL go wrong!!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Laptop won’t start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No Wi-Fi or internet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Presentation file gets corrupted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Bad cable or adapter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Before you leave your office (in person)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Multiple backups of slides, scripts, demos, etc.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Pack every cable &amp; adapter needed; include extras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Include extra batteries for your remote &amp; mouse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Don’t forget business cards!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88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Prepare for the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Before your presentation (virtual)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Have slide deck and demos primed and ready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Connect to the presentation session early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Perform headset check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Check in with the session moderator/assistant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Self-promote your presentation!</a:t>
            </a:r>
          </a:p>
          <a:p>
            <a:pPr marL="1033227" lvl="1" indent="-457200"/>
            <a:r>
              <a:rPr lang="en-US" sz="3600" dirty="0"/>
              <a:t>LinkedIn – include event and location info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Twitter – use special hashtags where applicable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Personal Blog – a good place for the abstract as well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Overcome Speaker Anxiety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75" y="1320446"/>
            <a:ext cx="4649676" cy="473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85050" y="5843752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credit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2233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Overcome Speaker Anxiety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 err="1"/>
              <a:t>Glossophobia</a:t>
            </a:r>
            <a:endParaRPr lang="en-US" sz="3200" dirty="0"/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Come from fear of being judged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No one gives a perfect speech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Ralph Waldo Emerson: “All the great</a:t>
            </a:r>
          </a:p>
          <a:p>
            <a:pPr marL="576027" lvl="1" indent="0">
              <a:lnSpc>
                <a:spcPct val="110000"/>
              </a:lnSpc>
              <a:buNone/>
            </a:pPr>
            <a:r>
              <a:rPr lang="en-US" sz="2800" dirty="0"/>
              <a:t>          speakers were bad speakers at first.”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Face your fears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Don’t focus on real or imagined mistakes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Don’t worry that your audience will be critical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Preparation is key, but it’s OK not to be perfect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Image result for overcoming public speaking anxie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044" y="1205312"/>
            <a:ext cx="3676994" cy="336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699296" y="4592092"/>
            <a:ext cx="460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4"/>
              </a:rPr>
              <a:t>credit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0903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Overcome Speaker Anxiety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85000" lnSpcReduction="2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Know your material, slides, and demos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Practice, practice, practice!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“Surprises” increase stress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Anticipate questions and have answers ready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Be willing to say “I don’t know”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Go easy on yourself! We are often our worst critics.</a:t>
            </a:r>
          </a:p>
          <a:p>
            <a:pPr marL="571500" indent="-571500">
              <a:lnSpc>
                <a:spcPct val="110000"/>
              </a:lnSpc>
            </a:pPr>
            <a:r>
              <a:rPr lang="en-US" sz="3600" dirty="0"/>
              <a:t>Relax!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3200" dirty="0"/>
              <a:t>Go to the bathroom 20 minutes before your presentation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3200" dirty="0"/>
              <a:t>Stretch and walk around to relieve tension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3200" dirty="0"/>
              <a:t>Most important: Breathe! You’re going to need your brain, and it needs oxygen!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3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Overcome Speaker Anxiety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10000"/>
              </a:lnSpc>
            </a:pPr>
            <a:r>
              <a:rPr lang="en-US" sz="3200" dirty="0"/>
              <a:t>Work with your audience (live)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800" dirty="0"/>
              <a:t>Talk to people – helps you to relate to your audience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800" dirty="0"/>
              <a:t>Don’t focus too much on individual expressions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800" dirty="0"/>
              <a:t>Interact with the audience as much as possible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None of us are professional speakers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800" dirty="0"/>
              <a:t>Remember: You are NOT on trial to be judged!!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You are NOT the focus – your subject matter is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We all have empathy for speakers who are trying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Your audience will have the same empathy for you!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With practice and repetition, speaker anxiety will diminish but may never completely go away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69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Before Your Presentation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Set up ahead of time and check everything out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Shut down distractions (email, IM, phone, etc.)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Queue up your presentation and get demos ready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“Customize” your area, even if a little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Make sure you have extra water bottles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Enlist someone to help (live)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Pass around any handouts (not usually suggested)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Give a 15-minute and 5-minute warning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It’s OK to chat with folks before the presentation to help everyone (including you) relax!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1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Give Your Presentation! (Live)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Step away from the podium or laptop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Make use of a presentation device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Move around to keep both you and your audience engaged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Repeat questions asked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Not all may hear it initially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to ensure that you understand the question yourself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Time permitting, before answering, give the question to the audience to answer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17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Give Your Presentation! (Virtual)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Remember that you do have an audience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Keep your focus on the camera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Speak clearly and don’t get rushed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Don’t get “robotic” – remember that you do have an audience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Make use of the chat feature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moderator can help with questions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Periodically stop to answer questions just as with a live audience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possible, allow the audience to participate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9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Give Your Presentation!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Be flexible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 ready to focus on certain slides as needed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 ready to skip slides to adjust for time</a:t>
            </a:r>
          </a:p>
          <a:p>
            <a:pPr marL="601219" indent="-457200">
              <a:lnSpc>
                <a:spcPct val="110000"/>
              </a:lnSpc>
            </a:pPr>
            <a:r>
              <a:rPr lang="en-US" sz="2778" dirty="0"/>
              <a:t>Have fun!!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400" dirty="0"/>
              <a:t>Your audience will enjoy it as well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400" dirty="0"/>
              <a:t>You will grow from the experience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Things to Avoid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Don’t read your slides!!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Hot Topics: Politics &amp; Religion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 Prudent: Gender or racial bias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 Sensible: Profanity, inside jokes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93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Answering Questions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Set guidelines about questions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Set a time limit on questions and keep to it</a:t>
            </a:r>
            <a:endParaRPr lang="en-US" sz="2022" dirty="0"/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Make the answers succinct to answer as many as possible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Don’t’ be afraid to say, “I don’t know, but I’ll find out and let you know.”</a:t>
            </a:r>
          </a:p>
          <a:p>
            <a:pPr marL="601219" indent="-457200">
              <a:lnSpc>
                <a:spcPct val="110000"/>
              </a:lnSpc>
            </a:pPr>
            <a:r>
              <a:rPr lang="en-US" sz="2778" dirty="0"/>
              <a:t>Paraphrase the question rather than merely repeat it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400" dirty="0"/>
              <a:t>It ensures the audience that you understand the question</a:t>
            </a:r>
          </a:p>
          <a:p>
            <a:pPr marL="1033227" lvl="1" indent="-457200">
              <a:lnSpc>
                <a:spcPct val="110000"/>
              </a:lnSpc>
            </a:pPr>
            <a:r>
              <a:rPr lang="en-US" sz="2400" dirty="0"/>
              <a:t>You can typically shorten it to the essential question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Listen carefully to the entire question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Don’t interrupt even if you know what the question will be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Maintain eye contact to show you’re focused on the question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Address your response to the entire room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Get Feedback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On subject, presentation skills, etc.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In person at end of your presentation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Session Evaluations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Written or electronic, formal or informal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Throw out extremes – focus on the most common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Winston Churchill: “Criticism may not be aggregable, but it is necessary.  It fulfills the same function as pain in the human body.  It calls attention to an unhealthy state of things.”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38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Use Feedback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Constructive criticism should always be welcome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Hillary Clinton: “Take criticism seriously, but not personally. If there is truth or merit in the criticism, try to learn from it. Otherwise, let it roll right off you.”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Criteria for effective feedback: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Credible, Trusted, Instructive, Appropriate, Interactive, Clear, Helpful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Learn what to ignore and what to consider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Don’t let compliments go to your head</a:t>
            </a:r>
          </a:p>
          <a:p>
            <a:pPr marL="1033227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Don’t let criticism get to your heart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18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Closing Thoughts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Pulling it together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Select a topic – That’s appropriate and helpful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Create an outline – The plan for your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Gather materials – To support your presentation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Create the presentation – To deliver your topic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Putting it on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Prepare for the presentation – To avoid surprises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Overcome speaker anxiety – To relieve stress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Give the presentation – The whole purpose!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Get and use feedback – To improve for the next time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1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Make it Happen!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Where to speak?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Local/Virtual User Group or Conference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National/International Conference (many are virtual)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Many other venue choices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Jot down notes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Presentation ideas, main points or an abstract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Create an outline and flesh it out over time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Practice creating your presentations</a:t>
            </a:r>
          </a:p>
          <a:p>
            <a:pPr marL="1033227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Ask for feedback before you present</a:t>
            </a:r>
          </a:p>
          <a:p>
            <a:pPr marL="601219" indent="-457200"/>
            <a:r>
              <a:rPr lang="en-US" sz="3578" b="1" i="1" u="sng" dirty="0"/>
              <a:t>Set a date and just do it!!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72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Helpful Resources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360125" y="1179320"/>
            <a:ext cx="10800000" cy="5120855"/>
          </a:xfrm>
        </p:spPr>
        <p:txBody>
          <a:bodyPr>
            <a:normAutofit fontScale="92500"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hlinkClick r:id="rId3"/>
              </a:rPr>
              <a:t>The Secret of Choosing Successful Speech Topics</a:t>
            </a:r>
            <a:endParaRPr lang="en-US" sz="3600" dirty="0"/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hlinkClick r:id="rId4"/>
              </a:rPr>
              <a:t>The Complete Guide To Creating A Captivating Professional Presentation</a:t>
            </a:r>
            <a:endParaRPr lang="en-US" sz="3600" dirty="0"/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hlinkClick r:id="rId5"/>
              </a:rPr>
              <a:t>Presentation Zen Design: Simple Design Principles and Techniques to Enhance Your Presentations (2nd Edition)</a:t>
            </a:r>
            <a:endParaRPr lang="en-US" sz="3600" dirty="0"/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hlinkClick r:id="rId6"/>
              </a:rPr>
              <a:t>How to Overcome the Fear of Public Speaking in 5 Minutes</a:t>
            </a:r>
            <a:endParaRPr lang="en-US" sz="3600" dirty="0"/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hlinkClick r:id="rId7"/>
              </a:rPr>
              <a:t>How to Give and Receive Feedback at Work: The Psychology of Criticism</a:t>
            </a:r>
            <a:endParaRPr lang="en-US" sz="3600" dirty="0"/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60125" y="1080363"/>
            <a:ext cx="10800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1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0208" y="345010"/>
            <a:ext cx="10800072" cy="808063"/>
          </a:xfrm>
        </p:spPr>
        <p:txBody>
          <a:bodyPr>
            <a:normAutofit/>
          </a:bodyPr>
          <a:lstStyle/>
          <a:p>
            <a:r>
              <a:rPr lang="en-US" sz="4400" dirty="0"/>
              <a:t>Thanks to our Sponsors!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11EAA-ACAF-4586-BCA6-2BA46D316DAC}"/>
              </a:ext>
            </a:extLst>
          </p:cNvPr>
          <p:cNvSpPr/>
          <p:nvPr/>
        </p:nvSpPr>
        <p:spPr>
          <a:xfrm>
            <a:off x="360208" y="1153783"/>
            <a:ext cx="1080074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Without them, we wouldn’t be here!!</a:t>
            </a:r>
          </a:p>
        </p:txBody>
      </p:sp>
      <p:pic>
        <p:nvPicPr>
          <p:cNvPr id="7" name="Picture 6" descr="Many different kinds of donuts&#10;&#10;Description automatically generated">
            <a:extLst>
              <a:ext uri="{FF2B5EF4-FFF2-40B4-BE49-F238E27FC236}">
                <a16:creationId xmlns:a16="http://schemas.microsoft.com/office/drawing/2014/main" id="{D4266246-D1D5-4914-B6BD-314644BD1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64060" y="2150498"/>
            <a:ext cx="7142318" cy="38425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F54DA8-419A-41FA-93C4-C6E15EE09E99}"/>
              </a:ext>
            </a:extLst>
          </p:cNvPr>
          <p:cNvCxnSpPr/>
          <p:nvPr/>
        </p:nvCxnSpPr>
        <p:spPr>
          <a:xfrm>
            <a:off x="360208" y="1080397"/>
            <a:ext cx="108007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06E9A9-036E-276B-848F-21E5B2A4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62" y="6135165"/>
            <a:ext cx="3888165" cy="216007"/>
          </a:xfrm>
        </p:spPr>
        <p:txBody>
          <a:bodyPr/>
          <a:lstStyle/>
          <a:p>
            <a:r>
              <a:rPr lang="en-US" dirty="0"/>
              <a:t>Copyright © 2026, SQLRV LLC -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820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390192" y="1197777"/>
            <a:ext cx="3801036" cy="469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1038" y="345010"/>
            <a:ext cx="10861144" cy="808063"/>
          </a:xfrm>
        </p:spPr>
        <p:txBody>
          <a:bodyPr>
            <a:normAutofit/>
          </a:bodyPr>
          <a:lstStyle/>
          <a:p>
            <a:r>
              <a:rPr lang="en-US" sz="4400" dirty="0"/>
              <a:t>Questions &amp; Comments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61038" y="1080363"/>
            <a:ext cx="108611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4541" y="1378724"/>
            <a:ext cx="5812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BONUS:</a:t>
            </a:r>
          </a:p>
          <a:p>
            <a:r>
              <a:rPr lang="en-US" sz="2000" dirty="0"/>
              <a:t>A </a:t>
            </a:r>
            <a:r>
              <a:rPr lang="en-US" sz="2000" b="1" dirty="0"/>
              <a:t>TON</a:t>
            </a:r>
            <a:r>
              <a:rPr lang="en-US" sz="2000" dirty="0"/>
              <a:t> of free eBooks from </a:t>
            </a:r>
            <a:r>
              <a:rPr lang="en-US" sz="2000" dirty="0" err="1">
                <a:hlinkClick r:id="rId3"/>
              </a:rPr>
              <a:t>RedGate</a:t>
            </a:r>
            <a:r>
              <a:rPr lang="en-US" sz="2000" dirty="0"/>
              <a:t> and </a:t>
            </a:r>
            <a:r>
              <a:rPr lang="en-US" sz="2000" dirty="0">
                <a:hlinkClick r:id="rId4"/>
              </a:rPr>
              <a:t>others</a:t>
            </a:r>
            <a:r>
              <a:rPr lang="en-US" sz="2000" dirty="0"/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4541" y="2600414"/>
            <a:ext cx="5812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PRESENTATION FEEDBACK: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Your thoughts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 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Make this event even more valuable!!!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4004FA-DCC1-48DD-A1CC-F8A9E1BB46C1}"/>
              </a:ext>
            </a:extLst>
          </p:cNvPr>
          <p:cNvSpPr txBox="1"/>
          <p:nvPr/>
        </p:nvSpPr>
        <p:spPr>
          <a:xfrm>
            <a:off x="564541" y="4013058"/>
            <a:ext cx="2783583" cy="1985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Aaron N. Cutshall</a:t>
            </a:r>
          </a:p>
          <a:p>
            <a:pPr marL="357840"/>
            <a:endParaRPr lang="en-US" sz="800" dirty="0"/>
          </a:p>
          <a:p>
            <a:pPr marL="357840"/>
            <a:endParaRPr lang="en-US" sz="800" dirty="0"/>
          </a:p>
          <a:p>
            <a:pPr marL="357840"/>
            <a:r>
              <a:rPr lang="en-US" sz="1400" dirty="0">
                <a:hlinkClick r:id="rId5"/>
              </a:rPr>
              <a:t>www.linkedin.com/in/sqlrv</a:t>
            </a:r>
            <a:endParaRPr lang="en-US" sz="1400" dirty="0"/>
          </a:p>
          <a:p>
            <a:pPr marL="357840"/>
            <a:endParaRPr lang="en-US" sz="800" dirty="0">
              <a:hlinkClick r:id="rId6"/>
            </a:endParaRPr>
          </a:p>
          <a:p>
            <a:pPr marL="357840"/>
            <a:r>
              <a:rPr lang="en-US" sz="1400" dirty="0">
                <a:hlinkClick r:id="rId6"/>
              </a:rPr>
              <a:t>aaron@sqlrv.com</a:t>
            </a:r>
            <a:endParaRPr lang="en-US" sz="1400" dirty="0"/>
          </a:p>
          <a:p>
            <a:pPr marL="357840"/>
            <a:endParaRPr lang="en-US" sz="800" dirty="0"/>
          </a:p>
          <a:p>
            <a:pPr marL="357840"/>
            <a:r>
              <a:rPr lang="en-US" sz="1400" dirty="0">
                <a:hlinkClick r:id="rId7"/>
              </a:rPr>
              <a:t>www.sqlrv.com</a:t>
            </a:r>
            <a:endParaRPr lang="en-US" sz="1400" dirty="0"/>
          </a:p>
          <a:p>
            <a:pPr marL="357840"/>
            <a:endParaRPr lang="en-US" sz="700" dirty="0">
              <a:hlinkClick r:id="rId8"/>
            </a:endParaRPr>
          </a:p>
          <a:p>
            <a:pPr marL="357840"/>
            <a:r>
              <a:rPr lang="en-US" sz="1400" dirty="0">
                <a:hlinkClick r:id="rId8"/>
              </a:rPr>
              <a:t>www.youtube.com/@sqlrv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2F4D06-271D-41B8-910E-E6798D03E9A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0" y="4990625"/>
            <a:ext cx="300165" cy="2964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E6DCE6-B76E-4FBB-B762-4C9639C4BBA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4" y="4635189"/>
            <a:ext cx="300165" cy="30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C653C8-7208-4B2C-8F23-2457C86434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0" y="5310067"/>
            <a:ext cx="299219" cy="2964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786A09-797F-4CBE-B28C-28F5D7B1054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1951" y="5659692"/>
            <a:ext cx="299219" cy="2536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446F83-0FEF-CF32-F047-FA409A17051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348124" y="3812899"/>
            <a:ext cx="2258543" cy="225854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2150D-7D9A-CDEB-D294-169F0442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62" y="6135165"/>
            <a:ext cx="3888165" cy="216007"/>
          </a:xfrm>
        </p:spPr>
        <p:txBody>
          <a:bodyPr/>
          <a:lstStyle/>
          <a:p>
            <a:r>
              <a:rPr lang="en-US" dirty="0"/>
              <a:t>Copyright © 2026, SQLRV LLC -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6705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28773</TotalTime>
  <Words>2581</Words>
  <Application>Microsoft Office PowerPoint</Application>
  <PresentationFormat>Custom</PresentationFormat>
  <Paragraphs>449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Lucida Handwriting</vt:lpstr>
      <vt:lpstr>Wingdings</vt:lpstr>
      <vt:lpstr>Office Theme</vt:lpstr>
      <vt:lpstr>How to Give a Technical Presentation</vt:lpstr>
      <vt:lpstr>PowerPoint Presentation</vt:lpstr>
      <vt:lpstr>Just who is this guy?</vt:lpstr>
      <vt:lpstr>Something to consider…</vt:lpstr>
      <vt:lpstr>Me?  Speak??  Are you kidding??</vt:lpstr>
      <vt:lpstr>How do we do this?</vt:lpstr>
      <vt:lpstr>Select a Topic</vt:lpstr>
      <vt:lpstr>Select a Topic</vt:lpstr>
      <vt:lpstr>Create an Abstract</vt:lpstr>
      <vt:lpstr>Create an Abstract</vt:lpstr>
      <vt:lpstr>Create an Outline</vt:lpstr>
      <vt:lpstr>Create an Outline</vt:lpstr>
      <vt:lpstr>Create an Outline</vt:lpstr>
      <vt:lpstr>Gather Materials</vt:lpstr>
      <vt:lpstr>Create the Presentation</vt:lpstr>
      <vt:lpstr>Create the Presentation</vt:lpstr>
      <vt:lpstr>Create the Presentation</vt:lpstr>
      <vt:lpstr>Create the Presentation</vt:lpstr>
      <vt:lpstr>Create the Presentation</vt:lpstr>
      <vt:lpstr>Demonstrations</vt:lpstr>
      <vt:lpstr>ZoomIt</vt:lpstr>
      <vt:lpstr>Mid-Point Review</vt:lpstr>
      <vt:lpstr>Prepare for the Presentation</vt:lpstr>
      <vt:lpstr>Prepare for the Presentation</vt:lpstr>
      <vt:lpstr>Prepare for the Presentation</vt:lpstr>
      <vt:lpstr>Overcome Speaker Anxiety</vt:lpstr>
      <vt:lpstr>Overcome Speaker Anxiety</vt:lpstr>
      <vt:lpstr>Overcome Speaker Anxiety</vt:lpstr>
      <vt:lpstr>Overcome Speaker Anxiety</vt:lpstr>
      <vt:lpstr>Before Your Presentation</vt:lpstr>
      <vt:lpstr>Give Your Presentation! (Live)</vt:lpstr>
      <vt:lpstr>Give Your Presentation! (Virtual)</vt:lpstr>
      <vt:lpstr>Give Your Presentation!</vt:lpstr>
      <vt:lpstr>Answering Questions</vt:lpstr>
      <vt:lpstr>Get Feedback</vt:lpstr>
      <vt:lpstr>Use Feedback</vt:lpstr>
      <vt:lpstr>Closing Thoughts</vt:lpstr>
      <vt:lpstr>Make it Happen!</vt:lpstr>
      <vt:lpstr>Helpful Resources</vt:lpstr>
      <vt:lpstr>Thanks to our Sponsors!</vt:lpstr>
      <vt:lpstr>Questions &amp; Comments</vt:lpstr>
    </vt:vector>
  </TitlesOfParts>
  <Company>Revealed Design,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N. Cutshall</dc:creator>
  <cp:lastModifiedBy>Aaron Cutshall</cp:lastModifiedBy>
  <cp:revision>127</cp:revision>
  <cp:lastPrinted>2021-08-07T18:46:00Z</cp:lastPrinted>
  <dcterms:created xsi:type="dcterms:W3CDTF">2011-08-19T20:30:49Z</dcterms:created>
  <dcterms:modified xsi:type="dcterms:W3CDTF">2026-03-22T16:14:00Z</dcterms:modified>
</cp:coreProperties>
</file>